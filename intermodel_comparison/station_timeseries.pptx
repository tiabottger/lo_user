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9" r:id="rId3"/>
    <p:sldId id="267" r:id="rId4"/>
    <p:sldId id="264" r:id="rId5"/>
    <p:sldId id="265" r:id="rId6"/>
    <p:sldId id="266" r:id="rId7"/>
    <p:sldId id="259" r:id="rId8"/>
    <p:sldId id="260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" id="{7A59BD68-BCA1-4E5C-B60D-21AA5427CB9B}">
          <p14:sldIdLst>
            <p14:sldId id="270"/>
            <p14:sldId id="269"/>
            <p14:sldId id="267"/>
            <p14:sldId id="264"/>
            <p14:sldId id="265"/>
            <p14:sldId id="266"/>
            <p14:sldId id="259"/>
            <p14:sldId id="26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0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A3A7-F93E-FDF8-2A00-5CBA67C4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58905-1270-F266-2D2F-9CFE6BD3F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2327-7B36-AC31-B9F4-D4FFBFFE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CDBB-DCFA-532D-9202-DD911F5D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CCA4-CF38-8707-BE9E-7002689B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CA5D-849D-F73F-CBFB-D5D6C8AF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C4367-E393-5A3A-9CB7-CB84ED7C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A2B81-9B71-1210-A254-93DB6492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94A9E-3749-AB82-A55F-A9A4CB4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7F01-C882-AABE-871E-F5CC92C1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1723-694F-A535-9A7D-60840EA4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A08AF-A69F-F99D-BEBE-94373CB97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ED-031D-BE81-2ADD-8D0CF7AF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CA4E7-0332-53AB-B033-9EF9BFB7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28F48-B73D-9260-AF57-8B699BBF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4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31CB-F5A9-3476-3268-AFADEF00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13B3A-1EB1-65A7-FB4B-8F6838A32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6B769-7DE1-954B-7CE6-D31BD174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19BF-16C2-C256-4FAE-EEFC20F0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3A134-A76D-7155-D0E6-90495396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94D4-9E5E-B298-FF86-D3E6A97B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7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E326-299B-064D-CC94-B0A7553F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28B0-FAC6-57A6-DBB6-355117AB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9BBA6-E4D8-AA41-BC3A-B26C0126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1D425-529C-AB7D-E63F-C4B504C06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A59A2-922F-770A-62C1-C3B570DDB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B52D6-EE84-0B74-F65E-F7BDC8BA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CF181-110A-9B40-E9A8-D772FCC2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5445E-ACB2-20BF-B76A-34B9713B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4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9095-705C-1B12-C32F-23AEF292E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C6262-3A49-5E9F-4908-05C344D5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91359-DD0F-75FE-B276-4FB65C60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1C66F-D2F5-CA15-CD7F-CA164A06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8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83D2C-1F88-2B99-ED50-73266DF9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3A368-73DC-EDCA-AF7D-8A31A9A1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ECF8-EB88-D78C-24D9-522118AD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2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23E48-858A-C3A1-C36F-9A361AEB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7724-BCEF-7E27-37B7-660E0814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9B083-7E5B-625A-2EEF-85E696279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CD45F-652A-1A92-1788-DB0AB143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5D774-9B4F-FEAF-12DE-451E029E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2C58B-9B21-2803-775B-5D0092D7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7942-C52E-AA80-7D33-D8450BFA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8DB39-3062-C311-E7E6-9716186E5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B5C38-0749-1BB0-C8A6-17524763A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CD89B-201A-56D1-D3AD-BB3E227C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D64A1-EA70-2634-6322-2BF0A969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189DA-876C-5F8C-BA6A-0EFA1016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5A55-583A-34E1-E960-99B3A8C1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E3491-C95B-09FA-BCC1-0DE2EE4F5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A25D9-CA5E-1C20-9AF0-0E35A15F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549BE-367F-0CA4-EFD3-F14394CE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D3A0D-2B18-A134-0D59-10C26A15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4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3AD4-61C7-867F-FE19-92D06F242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A06C1-4C2D-7E8E-5D05-44F2DB34E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1E1EA-DE16-0927-6102-00F03856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629A6-719F-0695-C723-19440B6F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1B91-F22E-D892-FF3A-43179B9D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8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87D59-DEA8-B562-8473-E9E31ADF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80E99-B8AC-62A2-73DE-CB335191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32161-FC35-3A1A-15DB-1E294CBE4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2CEA0-CE84-4038-87A5-BA87BFD2F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08EA-AFD2-A695-203D-EA2DC11A1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CD7C9-C48E-E97E-AB09-61CC3144D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E1CD0-C49F-4364-87B4-99AFB10DF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4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770C-D153-3A6E-45CA-EA0C9A65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1C9E9DC-82B5-56EB-7472-2B67CD70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61" y="617377"/>
            <a:ext cx="3070851" cy="3116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78B11E-2256-51C7-30D8-A439D0602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E932F2-0698-09A1-7A3B-E967F830FAC6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755F3-042F-B5DA-EEE9-877884092629}"/>
              </a:ext>
            </a:extLst>
          </p:cNvPr>
          <p:cNvSpPr txBox="1"/>
          <p:nvPr/>
        </p:nvSpPr>
        <p:spPr>
          <a:xfrm>
            <a:off x="7124260" y="120482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Surface (-1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C46A2-C2FC-AC6B-72A1-59B64737C841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A2DDE-6824-54EE-6DF8-12C8E63AFDC3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DA85AA-8BF6-EED3-3B97-19716CC73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905" y="617377"/>
            <a:ext cx="3010528" cy="6151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43E88-1855-49C0-FF15-46EB51E8D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812" y="617377"/>
            <a:ext cx="3032188" cy="411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3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B303-AD72-D9C9-D5EC-FC4B59A0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9776A6-7925-35EB-C8F8-EBE6F8F50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661E38-8E1D-57A6-9610-28C42E5EE5AC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52478-3A4F-3E2D-A4D0-9E9BD4BD490D}"/>
              </a:ext>
            </a:extLst>
          </p:cNvPr>
          <p:cNvSpPr txBox="1"/>
          <p:nvPr/>
        </p:nvSpPr>
        <p:spPr>
          <a:xfrm>
            <a:off x="6985874" y="109490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Mid-depth (-11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1950-7556-FC85-1372-B2418E78DBDC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49D7F-6D4D-5A32-765F-574F7F02FD4C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1F7DD-C8BC-B14E-4CAB-3DD6D2FF8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68" y="614074"/>
            <a:ext cx="2959637" cy="30035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4A5784-1447-C4B9-188E-2BCAD5B17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9573" y="598628"/>
            <a:ext cx="3111011" cy="4222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95A96-4796-B8B9-FA5F-00D7695E3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91" y="598628"/>
            <a:ext cx="3136362" cy="211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4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17BB-0109-9FC5-9A6C-47BD3DF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E3474-C961-C038-2AE3-37F11DCB8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92BEEE-2B26-31B6-E770-F1F24DE1F4DC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48105-6BE7-6297-4848-AFCE71C2A059}"/>
              </a:ext>
            </a:extLst>
          </p:cNvPr>
          <p:cNvSpPr txBox="1"/>
          <p:nvPr/>
        </p:nvSpPr>
        <p:spPr>
          <a:xfrm>
            <a:off x="7069178" y="109490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Deep (-30.5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5A73D-8524-8299-92B2-A2612D0CB0D8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9EA96-1803-CEA0-DD20-61A18E67572E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DB31E-FF16-DB3D-686F-59C850A0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96" y="663488"/>
            <a:ext cx="3178330" cy="3225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C4C707-444A-B17D-748D-34DA14790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456" y="675459"/>
            <a:ext cx="3069666" cy="20674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A9C597-1D94-CB95-91A4-CD725BA64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637" y="663488"/>
            <a:ext cx="3136363" cy="425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8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44CD-9BC0-10E6-6337-6CF1D9A2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006551-E06C-7684-F616-8C209FD3F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9925EB-8DD3-CBD1-9036-37E70BB6E7CB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3FFED-2D31-37C1-A81C-86E11351A948}"/>
              </a:ext>
            </a:extLst>
          </p:cNvPr>
          <p:cNvSpPr txBox="1"/>
          <p:nvPr/>
        </p:nvSpPr>
        <p:spPr>
          <a:xfrm>
            <a:off x="7124260" y="120482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Surface (-1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E0322-0197-61C8-224C-CF711F51B79B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37979-31F3-DA75-482F-9D71F063D80E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557B0-2B3C-9B6B-E536-360C055A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138" y="594415"/>
            <a:ext cx="3071033" cy="6183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912060-2780-E403-631A-D6093BBAB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815" y="594414"/>
            <a:ext cx="3077185" cy="41156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D81F2C-815F-C9F6-D0F7-9DB65C7AB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225" y="617377"/>
            <a:ext cx="3068798" cy="30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9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8CC4-948A-77FA-6ADC-FF926B7B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AF8E3-C7F4-732C-936F-73A8843D9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58BCB6-D3D8-A598-C2B2-FFDFC85A41FB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73DFFB-4E25-BF3A-C52B-4691F66CCE99}"/>
              </a:ext>
            </a:extLst>
          </p:cNvPr>
          <p:cNvSpPr txBox="1"/>
          <p:nvPr/>
        </p:nvSpPr>
        <p:spPr>
          <a:xfrm>
            <a:off x="6985874" y="109490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Mid-depth (-11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E76DB-4038-7FFC-40C4-1AC155AAAE59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8BFF5-A572-2307-4C84-4A6E98D69F42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3286-E140-4EF6-FDFF-5A943EE8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552" y="614073"/>
            <a:ext cx="3136362" cy="2081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C41302-67A0-AA14-D3C9-F59AA3630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967" y="614074"/>
            <a:ext cx="3071033" cy="30710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190-5503-3688-BAC5-FB6BAE8A2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85" y="614074"/>
            <a:ext cx="3071033" cy="41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3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F7D3-D689-D1C7-F159-89BA9874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6F921C-BC51-882C-BB5E-09B39AF38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0" y="663488"/>
            <a:ext cx="3646844" cy="4738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A8731-E944-2E8A-7E33-7CDDC4B6D11D}"/>
              </a:ext>
            </a:extLst>
          </p:cNvPr>
          <p:cNvSpPr txBox="1"/>
          <p:nvPr/>
        </p:nvSpPr>
        <p:spPr>
          <a:xfrm>
            <a:off x="4086451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B609C-C9CE-70A8-8539-626244CAD55C}"/>
              </a:ext>
            </a:extLst>
          </p:cNvPr>
          <p:cNvSpPr txBox="1"/>
          <p:nvPr/>
        </p:nvSpPr>
        <p:spPr>
          <a:xfrm>
            <a:off x="7101939" y="109490"/>
            <a:ext cx="1683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Deep (-30.5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DC8ED-7F39-98A8-8A8A-6CF7BF27148B}"/>
              </a:ext>
            </a:extLst>
          </p:cNvPr>
          <p:cNvSpPr txBox="1"/>
          <p:nvPr/>
        </p:nvSpPr>
        <p:spPr>
          <a:xfrm>
            <a:off x="7101939" y="386489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D32C3-0865-6BAF-DFAD-38191B3E450E}"/>
              </a:ext>
            </a:extLst>
          </p:cNvPr>
          <p:cNvSpPr txBox="1"/>
          <p:nvPr/>
        </p:nvSpPr>
        <p:spPr>
          <a:xfrm>
            <a:off x="10166423" y="374518"/>
            <a:ext cx="140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Basin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F07745-CBB2-3F2E-BC29-1BDCE75D0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638" y="651517"/>
            <a:ext cx="3136362" cy="31363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7ED6E2-0E97-DC40-10B6-6172F74DC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128" y="663489"/>
            <a:ext cx="3162373" cy="2098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D26C2-DBC9-424F-7399-7E5EDCCB2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638" y="663488"/>
            <a:ext cx="3136363" cy="419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9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D977-FB3D-A8F3-3214-0631B3B8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687460-2876-CB46-7FD4-A594CE2B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901" y="1243394"/>
            <a:ext cx="3576177" cy="23741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B6510E-4AD3-CA63-710D-826C5277F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387061" y="1334625"/>
            <a:ext cx="3740727" cy="4860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66FDB2-56C7-DFC1-421B-BD79BE9EFB97}"/>
              </a:ext>
            </a:extLst>
          </p:cNvPr>
          <p:cNvSpPr txBox="1"/>
          <p:nvPr/>
        </p:nvSpPr>
        <p:spPr>
          <a:xfrm>
            <a:off x="5167485" y="1057626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7B4AA6-D2A0-C523-7D0C-B8BBC4395908}"/>
              </a:ext>
            </a:extLst>
          </p:cNvPr>
          <p:cNvSpPr txBox="1"/>
          <p:nvPr/>
        </p:nvSpPr>
        <p:spPr>
          <a:xfrm>
            <a:off x="6769192" y="876508"/>
            <a:ext cx="184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Deep (-30.5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2C80A-E294-4AC6-0297-9739FCCC2B69}"/>
              </a:ext>
            </a:extLst>
          </p:cNvPr>
          <p:cNvSpPr txBox="1"/>
          <p:nvPr/>
        </p:nvSpPr>
        <p:spPr>
          <a:xfrm>
            <a:off x="8613059" y="1057625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90C2C8-2D20-DC2A-9D28-9715640D8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526" y="1249390"/>
            <a:ext cx="3579188" cy="357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6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E69F-48B1-29C9-B93E-EEE25E30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FEF143-4C82-4C83-31F9-8882EF31A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387061" y="1334625"/>
            <a:ext cx="3740727" cy="4860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20ED86-796F-90EA-3851-2B7AEC79FD42}"/>
              </a:ext>
            </a:extLst>
          </p:cNvPr>
          <p:cNvSpPr txBox="1"/>
          <p:nvPr/>
        </p:nvSpPr>
        <p:spPr>
          <a:xfrm>
            <a:off x="5167485" y="1057626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11AB1-E3B0-E3EC-316D-B94F61B1CE2C}"/>
              </a:ext>
            </a:extLst>
          </p:cNvPr>
          <p:cNvSpPr txBox="1"/>
          <p:nvPr/>
        </p:nvSpPr>
        <p:spPr>
          <a:xfrm>
            <a:off x="6769192" y="876508"/>
            <a:ext cx="184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Mid-depth (-11 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39E5B-9D77-CE92-959B-6ABA093FBE16}"/>
              </a:ext>
            </a:extLst>
          </p:cNvPr>
          <p:cNvSpPr txBox="1"/>
          <p:nvPr/>
        </p:nvSpPr>
        <p:spPr>
          <a:xfrm>
            <a:off x="8613059" y="1057625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B78108-D9D3-6E52-63F3-2B261FC2D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60" y="1266060"/>
            <a:ext cx="3602447" cy="23915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7257CA-5B8F-D187-6011-BE43DC4CC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501" y="1266060"/>
            <a:ext cx="3529159" cy="352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2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C1C6EB-CC6F-EB40-E4FF-FCD958F1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64" y="1249389"/>
            <a:ext cx="3564149" cy="3579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CEE8AF-D61F-9C6B-1C72-82C2BC7F5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0"/>
          <a:stretch>
            <a:fillRect/>
          </a:stretch>
        </p:blipFill>
        <p:spPr>
          <a:xfrm>
            <a:off x="387061" y="1334625"/>
            <a:ext cx="3740727" cy="4860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1D0490-E9A5-8E57-E4A1-AC7F8CFAA2D4}"/>
              </a:ext>
            </a:extLst>
          </p:cNvPr>
          <p:cNvSpPr txBox="1"/>
          <p:nvPr/>
        </p:nvSpPr>
        <p:spPr>
          <a:xfrm>
            <a:off x="5167485" y="1057626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Hood Canal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C5534-078F-D6A4-B12D-3CDBF9ECDEC2}"/>
              </a:ext>
            </a:extLst>
          </p:cNvPr>
          <p:cNvSpPr txBox="1"/>
          <p:nvPr/>
        </p:nvSpPr>
        <p:spPr>
          <a:xfrm>
            <a:off x="6769192" y="876508"/>
            <a:ext cx="184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Surface (-1 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66888-C947-5902-5B81-19287B5D7B59}"/>
              </a:ext>
            </a:extLst>
          </p:cNvPr>
          <p:cNvSpPr txBox="1"/>
          <p:nvPr/>
        </p:nvSpPr>
        <p:spPr>
          <a:xfrm>
            <a:off x="8613059" y="1057625"/>
            <a:ext cx="1592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Whidbey Basin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81C6C4-A306-0043-1A05-E3B567600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1" y="1249389"/>
            <a:ext cx="3520263" cy="47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0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93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4</cp:revision>
  <dcterms:created xsi:type="dcterms:W3CDTF">2026-05-13T19:26:09Z</dcterms:created>
  <dcterms:modified xsi:type="dcterms:W3CDTF">2026-05-20T19:00:18Z</dcterms:modified>
</cp:coreProperties>
</file>