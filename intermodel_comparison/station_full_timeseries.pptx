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7" r:id="rId2"/>
    <p:sldId id="268" r:id="rId3"/>
    <p:sldId id="269" r:id="rId4"/>
    <p:sldId id="272" r:id="rId5"/>
    <p:sldId id="275" r:id="rId6"/>
    <p:sldId id="279" r:id="rId7"/>
    <p:sldId id="257" r:id="rId8"/>
    <p:sldId id="258" r:id="rId9"/>
    <p:sldId id="264" r:id="rId10"/>
    <p:sldId id="265" r:id="rId11"/>
    <p:sldId id="266" r:id="rId12"/>
    <p:sldId id="274" r:id="rId13"/>
    <p:sldId id="273" r:id="rId14"/>
    <p:sldId id="278" r:id="rId15"/>
    <p:sldId id="280" r:id="rId16"/>
    <p:sldId id="276" r:id="rId17"/>
    <p:sldId id="277" r:id="rId18"/>
    <p:sldId id="281" r:id="rId19"/>
    <p:sldId id="282" r:id="rId20"/>
    <p:sldId id="271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24CAF69-2BDB-4E14-86E6-FD9393C9A2AE}">
          <p14:sldIdLst>
            <p14:sldId id="267"/>
            <p14:sldId id="268"/>
          </p14:sldIdLst>
        </p14:section>
        <p14:section name="DO" id="{20A106A7-0179-4663-97A9-91B665C0D536}">
          <p14:sldIdLst>
            <p14:sldId id="269"/>
            <p14:sldId id="272"/>
            <p14:sldId id="275"/>
            <p14:sldId id="279"/>
            <p14:sldId id="257"/>
            <p14:sldId id="258"/>
            <p14:sldId id="264"/>
            <p14:sldId id="265"/>
            <p14:sldId id="266"/>
            <p14:sldId id="274"/>
            <p14:sldId id="273"/>
            <p14:sldId id="278"/>
            <p14:sldId id="280"/>
            <p14:sldId id="276"/>
            <p14:sldId id="277"/>
          </p14:sldIdLst>
        </p14:section>
        <p14:section name="NO3" id="{DB99D930-5597-4981-BBC0-0EB588A90368}">
          <p14:sldIdLst>
            <p14:sldId id="281"/>
            <p14:sldId id="282"/>
          </p14:sldIdLst>
        </p14:section>
        <p14:section name="CT and SA" id="{37D42DA3-8BE5-4A15-9AA0-932957AD6BD7}">
          <p14:sldIdLst>
            <p14:sldId id="271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B834F-FB55-47BA-B6AC-2773A72D607E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4A1F9-12B0-4DFF-AB55-2ADB7A29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90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A806-98CB-275F-1876-EE99C516B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2B1ED-DA6A-83DA-B48A-2548712D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A61B-4F82-B778-02B8-3A967A270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68D32-4CBA-63E3-5A76-C9D58B0A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364B8-0EE1-ABE1-BDBD-150F84D1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4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35CD-5AA9-53FA-7FB6-4D89D0C3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93925-8B58-7BBF-439D-DFAA2B7AD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21624-1961-B6DE-5733-14B97428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652C1-C6A9-FDE9-360F-B88C75FD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91E3C-4447-BA51-A729-2E2DF451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0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5C37-B4D0-7913-5A3F-BA7B95DC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872C-C464-47BD-379A-9D135B3B7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B2895-2BF7-4F6C-E6C6-3E3F37D6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DAB1E-0C5E-6D27-A04D-B7BA0196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39021-97D1-E708-9422-0D160E87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D20B-215E-2600-614D-833629B8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70A6A-F925-38F8-F881-AC93C5C69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D82FB-0BEA-2616-7355-8D9945B7C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8E66C-DAD6-0A2B-4C4E-702AB9F5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D194F-B554-B973-703C-6769E13A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7008E-80BD-1A3B-975A-5172BE09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5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F0CE-792A-FFD3-BF8C-85B26FF2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4D477-A07F-E04F-B809-714BE548D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6C67E-6754-EFD1-748F-9C3C26D9A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44CEDC-DD7E-AD60-A95C-012051067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88753-1541-D0BA-EA6A-9226BC60B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B5393-EA1C-DD56-7FF2-8FB5957D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C56120-A389-DB96-AEFD-1A466155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5C86-D62F-1F71-2965-774AD2C6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5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2C692-EE65-6686-9034-7993BAB9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35E69-318C-EF81-3BA7-7BEDA321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DBDB9-FE7A-EB81-473C-064C537A7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4A134-1829-5A41-A8F3-278C3DD0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4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F11A0-350B-7D12-9ABB-8BE9FD39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9229A-EEAA-FB6B-301E-83403ED6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D6F2A-05FF-4369-CD6C-BDF6507C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3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EFDC-8EF0-55E7-3FA8-BE97442C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1D39-8A65-DDDB-4015-50A3C52DD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A1046-7A35-A296-403D-7C5EFE286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883F-64F2-6646-D808-70624380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FBE7A-6548-6917-D8E2-DE99FAC9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6EECC-9B50-A5D1-6480-D09557F8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0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3A02-3F78-F932-7DBD-2701C118B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E9D9C-EB20-34E3-C143-35DCEAAD0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DA360-5B82-0537-9F9F-793EBBD2B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FEA59-B073-0BF1-E573-DCB7FC6F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2A80E-1A0C-F17A-B601-642D8567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6DF24-BF93-707B-7D49-78157553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2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5515-6EE6-4AC1-583E-A4CCB024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89504-59FD-E8D4-9099-004ACFB60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1E8D-EF0F-AC4B-B396-6D1A0C10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A5E9-7E87-D784-6E94-2B9AB502B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43159-F25B-97B3-373D-AB0D9F1D8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8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2D1D9-0BAA-C792-6DB9-AAC15B12B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CC5C8-491A-1B16-D56C-71DA68F42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EF513-71AF-DF05-A580-DA9D7E896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FBDA9-C2F7-08B9-13AD-269B5531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F48F-EEA3-BE46-99C9-2801D17A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1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2B8804-0731-536E-24C0-09F8DB89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640D2-B94A-29C2-123D-BEDC76595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B8D14-7D93-131B-0403-3F2E12F6B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D8FF5-DF29-4E59-A7B3-D3C4B49A462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EEEC4-47AD-80E1-484D-C3B1F9F03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39642-9D96-98A2-5DEB-A393FB91E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305F2-5755-454A-96BF-1D0C11EA7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62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5E1CBB-EA98-1E17-6759-C5BC42DAA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06" y="904341"/>
            <a:ext cx="8415528" cy="5049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2D51B3-4ECB-235A-9C82-027EA158CC5F}"/>
              </a:ext>
            </a:extLst>
          </p:cNvPr>
          <p:cNvSpPr txBox="1"/>
          <p:nvPr/>
        </p:nvSpPr>
        <p:spPr>
          <a:xfrm>
            <a:off x="952052" y="24204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2014</a:t>
            </a:r>
          </a:p>
        </p:txBody>
      </p:sp>
    </p:spTree>
    <p:extLst>
      <p:ext uri="{BB962C8B-B14F-4D97-AF65-F5344CB8AC3E}">
        <p14:creationId xmlns:p14="http://schemas.microsoft.com/office/powerpoint/2010/main" val="341319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27A676-6614-8055-EA72-509E7A503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48"/>
          <a:stretch>
            <a:fillRect/>
          </a:stretch>
        </p:blipFill>
        <p:spPr>
          <a:xfrm>
            <a:off x="61588" y="1014984"/>
            <a:ext cx="5213896" cy="4224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0F4C31-A615-ED53-1111-86ABD0C10AC6}"/>
              </a:ext>
            </a:extLst>
          </p:cNvPr>
          <p:cNvSpPr txBox="1"/>
          <p:nvPr/>
        </p:nvSpPr>
        <p:spPr>
          <a:xfrm>
            <a:off x="2146151" y="402336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30 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D01195-4DCE-2245-FAA7-5BA9452EBA36}"/>
              </a:ext>
            </a:extLst>
          </p:cNvPr>
          <p:cNvSpPr txBox="1"/>
          <p:nvPr/>
        </p:nvSpPr>
        <p:spPr>
          <a:xfrm>
            <a:off x="6257365" y="402336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 30 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89111C-E663-6D91-EDB8-2844B278897D}"/>
              </a:ext>
            </a:extLst>
          </p:cNvPr>
          <p:cNvSpPr txBox="1"/>
          <p:nvPr/>
        </p:nvSpPr>
        <p:spPr>
          <a:xfrm>
            <a:off x="952052" y="24204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5DA963-C05F-D711-03A0-573DE0B8C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90"/>
          <a:stretch>
            <a:fillRect/>
          </a:stretch>
        </p:blipFill>
        <p:spPr>
          <a:xfrm>
            <a:off x="5275484" y="1014984"/>
            <a:ext cx="6992351" cy="422452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62CC77-2BB8-BE70-888F-0FF2B2597933}"/>
              </a:ext>
            </a:extLst>
          </p:cNvPr>
          <p:cNvCxnSpPr/>
          <p:nvPr/>
        </p:nvCxnSpPr>
        <p:spPr>
          <a:xfrm>
            <a:off x="5282283" y="426714"/>
            <a:ext cx="0" cy="5440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241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B24323-BB58-2243-6944-FB434A524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07" r="24305" b="67331"/>
          <a:stretch>
            <a:fillRect/>
          </a:stretch>
        </p:blipFill>
        <p:spPr>
          <a:xfrm>
            <a:off x="736553" y="1857393"/>
            <a:ext cx="1961070" cy="1550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40B624-CF9F-E821-5690-D70B6F464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7" r="24367" b="67912"/>
          <a:stretch>
            <a:fillRect/>
          </a:stretch>
        </p:blipFill>
        <p:spPr>
          <a:xfrm>
            <a:off x="2817998" y="1823163"/>
            <a:ext cx="1961070" cy="1550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958C6A-F133-7AF4-288A-A20CA68B9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8" r="24191" b="66536"/>
          <a:stretch>
            <a:fillRect/>
          </a:stretch>
        </p:blipFill>
        <p:spPr>
          <a:xfrm>
            <a:off x="748144" y="3429000"/>
            <a:ext cx="1961070" cy="1614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80AB8-3D6D-47DE-188C-0C3437C96F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6" r="24303" b="66536"/>
          <a:stretch>
            <a:fillRect/>
          </a:stretch>
        </p:blipFill>
        <p:spPr>
          <a:xfrm>
            <a:off x="2817998" y="3449144"/>
            <a:ext cx="1961070" cy="1614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78B4E-2899-CDC6-C3A8-DE72AAEF88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82" r="24161" b="67255"/>
          <a:stretch>
            <a:fillRect/>
          </a:stretch>
        </p:blipFill>
        <p:spPr>
          <a:xfrm>
            <a:off x="5440272" y="3408175"/>
            <a:ext cx="1961070" cy="15753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515275-2B7A-73DC-0E27-FE48FBF790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0" r="23945" b="67216"/>
          <a:stretch>
            <a:fillRect/>
          </a:stretch>
        </p:blipFill>
        <p:spPr>
          <a:xfrm>
            <a:off x="7372719" y="1831075"/>
            <a:ext cx="1978534" cy="15545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2D1AD2-62D1-E387-8753-D9EDEC58A4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08" r="24359" b="66980"/>
          <a:stretch>
            <a:fillRect/>
          </a:stretch>
        </p:blipFill>
        <p:spPr>
          <a:xfrm>
            <a:off x="7412933" y="3429000"/>
            <a:ext cx="1920240" cy="15570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79F179-4CDC-70FD-8DC0-2FCF4322EE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73" r="24359" b="66823"/>
          <a:stretch>
            <a:fillRect/>
          </a:stretch>
        </p:blipFill>
        <p:spPr>
          <a:xfrm>
            <a:off x="5416475" y="1814087"/>
            <a:ext cx="1933062" cy="15598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4D55E1-7D78-77CF-4FE0-9E0DBEBECF0F}"/>
              </a:ext>
            </a:extLst>
          </p:cNvPr>
          <p:cNvSpPr txBox="1"/>
          <p:nvPr/>
        </p:nvSpPr>
        <p:spPr>
          <a:xfrm>
            <a:off x="5628282" y="1242974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mg/L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B89F42-30B2-823E-E34F-C02ED525F8D3}"/>
              </a:ext>
            </a:extLst>
          </p:cNvPr>
          <p:cNvSpPr txBox="1"/>
          <p:nvPr/>
        </p:nvSpPr>
        <p:spPr>
          <a:xfrm>
            <a:off x="842922" y="1336207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25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FA14687-A324-4259-C7D2-D4D61D287C7D}"/>
              </a:ext>
            </a:extLst>
          </p:cNvPr>
          <p:cNvGrpSpPr/>
          <p:nvPr/>
        </p:nvGrpSpPr>
        <p:grpSpPr>
          <a:xfrm>
            <a:off x="387275" y="528549"/>
            <a:ext cx="3528509" cy="2900451"/>
            <a:chOff x="387275" y="528549"/>
            <a:chExt cx="3934778" cy="317194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52729C1-B14D-B629-FC5D-BD7259167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382" r="24161" b="67255"/>
            <a:stretch>
              <a:fillRect/>
            </a:stretch>
          </p:blipFill>
          <p:spPr>
            <a:xfrm>
              <a:off x="411072" y="2122637"/>
              <a:ext cx="1961070" cy="157538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81275F-352C-F55A-D285-176116965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20" r="23945" b="67216"/>
            <a:stretch>
              <a:fillRect/>
            </a:stretch>
          </p:blipFill>
          <p:spPr>
            <a:xfrm>
              <a:off x="2343519" y="545537"/>
              <a:ext cx="1978534" cy="155456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79846F1-47B5-A4AF-6578-4FEC7FC93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08" r="24359" b="66980"/>
            <a:stretch>
              <a:fillRect/>
            </a:stretch>
          </p:blipFill>
          <p:spPr>
            <a:xfrm>
              <a:off x="2383733" y="2143462"/>
              <a:ext cx="1920240" cy="15570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9800AE-8D4E-8BDA-A3CF-05B2DF661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973" r="24359" b="66823"/>
            <a:stretch>
              <a:fillRect/>
            </a:stretch>
          </p:blipFill>
          <p:spPr>
            <a:xfrm>
              <a:off x="387275" y="528549"/>
              <a:ext cx="1933062" cy="155985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32A5FA2-41F0-B220-01DE-300E72740076}"/>
              </a:ext>
            </a:extLst>
          </p:cNvPr>
          <p:cNvSpPr txBox="1"/>
          <p:nvPr/>
        </p:nvSpPr>
        <p:spPr>
          <a:xfrm>
            <a:off x="492535" y="23093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13F3CC-941B-9625-06A7-A70AB047FCE1}"/>
              </a:ext>
            </a:extLst>
          </p:cNvPr>
          <p:cNvSpPr txBox="1"/>
          <p:nvPr/>
        </p:nvSpPr>
        <p:spPr>
          <a:xfrm>
            <a:off x="4515276" y="23595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2015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0FEFD9-15AC-B5C8-D432-4E0771CF62B4}"/>
              </a:ext>
            </a:extLst>
          </p:cNvPr>
          <p:cNvGrpSpPr/>
          <p:nvPr/>
        </p:nvGrpSpPr>
        <p:grpSpPr>
          <a:xfrm>
            <a:off x="4488398" y="600267"/>
            <a:ext cx="3445368" cy="2837743"/>
            <a:chOff x="4999385" y="545537"/>
            <a:chExt cx="4010869" cy="315823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B536156-78B8-E6E1-70F5-7ECA791A9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20" r="24086" b="66980"/>
            <a:stretch>
              <a:fillRect/>
            </a:stretch>
          </p:blipFill>
          <p:spPr>
            <a:xfrm>
              <a:off x="7039819" y="545538"/>
              <a:ext cx="1951845" cy="155335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2AFA3E0-11DC-5250-1069-814B89B1B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19" r="24260" b="66745"/>
            <a:stretch>
              <a:fillRect/>
            </a:stretch>
          </p:blipFill>
          <p:spPr>
            <a:xfrm>
              <a:off x="5011800" y="545537"/>
              <a:ext cx="1951844" cy="157538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5B86EA2-CA5E-DA60-3BF2-5A5E7C579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973" r="24086" b="67529"/>
            <a:stretch>
              <a:fillRect/>
            </a:stretch>
          </p:blipFill>
          <p:spPr>
            <a:xfrm>
              <a:off x="4999385" y="2120925"/>
              <a:ext cx="2016800" cy="157538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C1ADD71-2995-9D09-2A6D-64C7D601E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61" r="24274" b="67137"/>
            <a:stretch>
              <a:fillRect/>
            </a:stretch>
          </p:blipFill>
          <p:spPr>
            <a:xfrm>
              <a:off x="7047600" y="2128385"/>
              <a:ext cx="1962654" cy="1575387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E63FB3DA-D139-C47D-3543-EF9D65AD4B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70" r="24604" b="67216"/>
          <a:stretch>
            <a:fillRect/>
          </a:stretch>
        </p:blipFill>
        <p:spPr>
          <a:xfrm>
            <a:off x="8486320" y="2067774"/>
            <a:ext cx="1717914" cy="14123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54CCB0-67AA-339E-168A-07B06B3C78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92" r="24839" b="67294"/>
          <a:stretch>
            <a:fillRect/>
          </a:stretch>
        </p:blipFill>
        <p:spPr>
          <a:xfrm>
            <a:off x="10244374" y="2067774"/>
            <a:ext cx="1732350" cy="14123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CE410A0-28CE-6B2B-7EFB-61AA43C79A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44" r="24321" b="67216"/>
          <a:stretch>
            <a:fillRect/>
          </a:stretch>
        </p:blipFill>
        <p:spPr>
          <a:xfrm>
            <a:off x="10219683" y="596371"/>
            <a:ext cx="1757041" cy="14261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C92B8DC-1815-386A-443F-B55683A35F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44" r="24368" b="66980"/>
          <a:stretch>
            <a:fillRect/>
          </a:stretch>
        </p:blipFill>
        <p:spPr>
          <a:xfrm>
            <a:off x="8461629" y="589716"/>
            <a:ext cx="1728191" cy="14155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8E9318E-73EF-6880-88B2-A8535EB11B02}"/>
              </a:ext>
            </a:extLst>
          </p:cNvPr>
          <p:cNvSpPr txBox="1"/>
          <p:nvPr/>
        </p:nvSpPr>
        <p:spPr>
          <a:xfrm>
            <a:off x="8413353" y="23595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337043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D6A95D3-7D61-6F37-9AAD-823A121B815D}"/>
              </a:ext>
            </a:extLst>
          </p:cNvPr>
          <p:cNvGrpSpPr/>
          <p:nvPr/>
        </p:nvGrpSpPr>
        <p:grpSpPr>
          <a:xfrm>
            <a:off x="361909" y="624788"/>
            <a:ext cx="4500378" cy="2114521"/>
            <a:chOff x="492536" y="907359"/>
            <a:chExt cx="5211580" cy="23653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2D20AC-C55D-9C9C-853B-FFA68943A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09" t="953" r="24984" b="67460"/>
            <a:stretch>
              <a:fillRect/>
            </a:stretch>
          </p:blipFill>
          <p:spPr>
            <a:xfrm>
              <a:off x="492536" y="1199245"/>
              <a:ext cx="2634682" cy="20374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72048B-727B-0AE7-8E36-9D2A50132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889" r="24603" b="66561"/>
            <a:stretch>
              <a:fillRect/>
            </a:stretch>
          </p:blipFill>
          <p:spPr>
            <a:xfrm>
              <a:off x="3127219" y="1163174"/>
              <a:ext cx="2576897" cy="210958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91C915-B05A-F95E-5BD9-F82CFF5C53B9}"/>
                </a:ext>
              </a:extLst>
            </p:cNvPr>
            <p:cNvSpPr txBox="1"/>
            <p:nvPr/>
          </p:nvSpPr>
          <p:spPr>
            <a:xfrm>
              <a:off x="901596" y="907359"/>
              <a:ext cx="8451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&lt; 30 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8C329B-2CF5-8A08-0085-C9FA727F95EA}"/>
                </a:ext>
              </a:extLst>
            </p:cNvPr>
            <p:cNvSpPr txBox="1"/>
            <p:nvPr/>
          </p:nvSpPr>
          <p:spPr>
            <a:xfrm>
              <a:off x="3345863" y="907359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&gt; 30 m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10A1294-9639-EEB4-FCE6-E11A4B7EE6B8}"/>
              </a:ext>
            </a:extLst>
          </p:cNvPr>
          <p:cNvSpPr txBox="1"/>
          <p:nvPr/>
        </p:nvSpPr>
        <p:spPr>
          <a:xfrm>
            <a:off x="492535" y="23093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607C2D-7147-3ED1-6831-A8A160FFD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92" t="432" r="25559" b="66838"/>
          <a:stretch>
            <a:fillRect/>
          </a:stretch>
        </p:blipFill>
        <p:spPr>
          <a:xfrm>
            <a:off x="7659267" y="853471"/>
            <a:ext cx="2225239" cy="18555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DDAC36-F935-4F57-B881-A053FE701F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21" r="24984" b="67407"/>
          <a:stretch>
            <a:fillRect/>
          </a:stretch>
        </p:blipFill>
        <p:spPr>
          <a:xfrm>
            <a:off x="5379726" y="853471"/>
            <a:ext cx="2279541" cy="18500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C63F42-8D7C-301F-2A07-22D0EA8FE457}"/>
              </a:ext>
            </a:extLst>
          </p:cNvPr>
          <p:cNvSpPr txBox="1"/>
          <p:nvPr/>
        </p:nvSpPr>
        <p:spPr>
          <a:xfrm>
            <a:off x="5587721" y="624788"/>
            <a:ext cx="729776" cy="330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30 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A317B7-2F52-C88A-4235-0B2F26678A89}"/>
              </a:ext>
            </a:extLst>
          </p:cNvPr>
          <p:cNvSpPr txBox="1"/>
          <p:nvPr/>
        </p:nvSpPr>
        <p:spPr>
          <a:xfrm>
            <a:off x="7713261" y="600267"/>
            <a:ext cx="729776" cy="330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 30 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21EBC2-B451-79C0-72D8-A6C0B0283F41}"/>
              </a:ext>
            </a:extLst>
          </p:cNvPr>
          <p:cNvSpPr txBox="1"/>
          <p:nvPr/>
        </p:nvSpPr>
        <p:spPr>
          <a:xfrm>
            <a:off x="5379726" y="1851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AF0D0CE-E343-6D9A-5B22-9718204BBF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31" r="24584" b="67196"/>
          <a:stretch>
            <a:fillRect/>
          </a:stretch>
        </p:blipFill>
        <p:spPr>
          <a:xfrm>
            <a:off x="280526" y="3661565"/>
            <a:ext cx="2403409" cy="18858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707257-9F82-527A-BCAB-75D594D509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31" r="24584" b="66984"/>
          <a:stretch>
            <a:fillRect/>
          </a:stretch>
        </p:blipFill>
        <p:spPr>
          <a:xfrm>
            <a:off x="2555665" y="3661564"/>
            <a:ext cx="2388003" cy="188583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A44A133-1518-9793-3699-09508790E92F}"/>
              </a:ext>
            </a:extLst>
          </p:cNvPr>
          <p:cNvSpPr txBox="1"/>
          <p:nvPr/>
        </p:nvSpPr>
        <p:spPr>
          <a:xfrm>
            <a:off x="931461" y="3368980"/>
            <a:ext cx="729776" cy="330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30 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822C0-5072-7997-12C3-A10C7369A40D}"/>
              </a:ext>
            </a:extLst>
          </p:cNvPr>
          <p:cNvSpPr txBox="1"/>
          <p:nvPr/>
        </p:nvSpPr>
        <p:spPr>
          <a:xfrm>
            <a:off x="3058258" y="3368980"/>
            <a:ext cx="729776" cy="330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 30 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33F108-065E-DC97-06C3-282F262777CC}"/>
              </a:ext>
            </a:extLst>
          </p:cNvPr>
          <p:cNvSpPr txBox="1"/>
          <p:nvPr/>
        </p:nvSpPr>
        <p:spPr>
          <a:xfrm>
            <a:off x="492535" y="299964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462035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9B2DD8-5D54-521C-CBE0-F78E162A2C4D}"/>
              </a:ext>
            </a:extLst>
          </p:cNvPr>
          <p:cNvSpPr txBox="1"/>
          <p:nvPr/>
        </p:nvSpPr>
        <p:spPr>
          <a:xfrm>
            <a:off x="2339041" y="1744980"/>
            <a:ext cx="80495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LiveOcean</a:t>
            </a:r>
            <a:r>
              <a:rPr lang="en-US" dirty="0"/>
              <a:t> generally predicts higher DO values than SSC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This is particularly true for shallower depths. LiveOcean and SalishSeaCast predictions become closer in agreement with depth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SalishSeaCast predictions have similar bias regardless of depth, while LiveOcean predicts shallow values more closely than values at depth</a:t>
            </a:r>
          </a:p>
        </p:txBody>
      </p:sp>
    </p:spTree>
    <p:extLst>
      <p:ext uri="{BB962C8B-B14F-4D97-AF65-F5344CB8AC3E}">
        <p14:creationId xmlns:p14="http://schemas.microsoft.com/office/powerpoint/2010/main" val="253051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649140-E322-0B42-6EFB-11E42353FC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70" r="33814"/>
          <a:stretch>
            <a:fillRect/>
          </a:stretch>
        </p:blipFill>
        <p:spPr>
          <a:xfrm>
            <a:off x="0" y="775636"/>
            <a:ext cx="3387148" cy="546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2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AADC65-7E48-A9E4-AC5E-649BDA19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137" y="301169"/>
            <a:ext cx="3423096" cy="16850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9BB094-3912-C216-188F-73D008F81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2" y="532849"/>
            <a:ext cx="7383517" cy="4430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8AEA21-C917-C9C1-996F-0669174B5B36}"/>
              </a:ext>
            </a:extLst>
          </p:cNvPr>
          <p:cNvSpPr txBox="1"/>
          <p:nvPr/>
        </p:nvSpPr>
        <p:spPr>
          <a:xfrm>
            <a:off x="5832873" y="2616041"/>
            <a:ext cx="111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HCB003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D646CD-157B-85E8-4F85-97DEA6CECBB7}"/>
              </a:ext>
            </a:extLst>
          </p:cNvPr>
          <p:cNvSpPr/>
          <p:nvPr/>
        </p:nvSpPr>
        <p:spPr>
          <a:xfrm>
            <a:off x="6226969" y="2792583"/>
            <a:ext cx="69056" cy="69679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BDF0D8-CC4A-7E5B-E4AB-BCE68AF86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136" y="1865084"/>
            <a:ext cx="3423098" cy="16850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C7EBD9-DB0B-902A-DC78-66EF7ED03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141" y="3429000"/>
            <a:ext cx="3359088" cy="16535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835EDB-EF85-ADE9-452C-A883F3FFA4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141" y="4962959"/>
            <a:ext cx="3423098" cy="168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86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725B-2723-9980-45B9-26EF8CB9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AA1625-7FCC-B62A-AE82-80AC4E2EF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5" y="525036"/>
            <a:ext cx="7381454" cy="44288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068141-0E5D-0751-A7BA-C2945445F8F8}"/>
              </a:ext>
            </a:extLst>
          </p:cNvPr>
          <p:cNvSpPr txBox="1"/>
          <p:nvPr/>
        </p:nvSpPr>
        <p:spPr>
          <a:xfrm>
            <a:off x="6751955" y="1423511"/>
            <a:ext cx="111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SAR003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F13E8B-BBC3-7832-E46F-D435FB831741}"/>
              </a:ext>
            </a:extLst>
          </p:cNvPr>
          <p:cNvSpPr/>
          <p:nvPr/>
        </p:nvSpPr>
        <p:spPr>
          <a:xfrm>
            <a:off x="6954679" y="1600053"/>
            <a:ext cx="69056" cy="69679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B071A1-7F82-D3FE-28EC-689AF6D86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137" y="228017"/>
            <a:ext cx="3423095" cy="1685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6A970-33E1-386D-E90C-04AA096D5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133" y="1823774"/>
            <a:ext cx="3423098" cy="16850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B7A9F5-4F44-163E-642D-78E901E01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7133" y="3419530"/>
            <a:ext cx="3423099" cy="16850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F83EEC-0898-D23E-21F2-03F7D9823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7133" y="5015288"/>
            <a:ext cx="3423099" cy="168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64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1AAF-7069-EC81-713C-3108E59D9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F4460F-1330-9887-E92D-54AB97BCE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705" y="118289"/>
            <a:ext cx="3559459" cy="1752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DEC6A8-C86F-BCFA-D59C-B824CF1CF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" y="530249"/>
            <a:ext cx="7373006" cy="44238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05E3F3-F341-A15B-D8CD-5A62925CE1EE}"/>
              </a:ext>
            </a:extLst>
          </p:cNvPr>
          <p:cNvSpPr txBox="1"/>
          <p:nvPr/>
        </p:nvSpPr>
        <p:spPr>
          <a:xfrm>
            <a:off x="6652106" y="1963398"/>
            <a:ext cx="111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ADM003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764CA7-81F9-598B-5FC5-23AEE8CD1A97}"/>
              </a:ext>
            </a:extLst>
          </p:cNvPr>
          <p:cNvSpPr/>
          <p:nvPr/>
        </p:nvSpPr>
        <p:spPr>
          <a:xfrm>
            <a:off x="6975700" y="2138496"/>
            <a:ext cx="69056" cy="69679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2DEE2-292F-70E7-E765-94E06C750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705" y="1747397"/>
            <a:ext cx="3559459" cy="1752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23A511-1B52-72B1-BFAF-CA85BFB18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704" y="3376506"/>
            <a:ext cx="3559460" cy="17522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5E45A2-11F1-F3E0-08AC-D1BB0E764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704" y="5005614"/>
            <a:ext cx="3559460" cy="17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857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39194-968A-A6F8-B49B-26047B735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E09518-C3AC-E4CA-0C12-E01822B3B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6" y="142641"/>
            <a:ext cx="3559459" cy="1752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079A87-9D26-6A55-DCB1-F52C071FA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7" y="515483"/>
            <a:ext cx="7373005" cy="44238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CB3BED-DCD1-A70B-53C1-7C2A68B1C7FB}"/>
              </a:ext>
            </a:extLst>
          </p:cNvPr>
          <p:cNvSpPr txBox="1"/>
          <p:nvPr/>
        </p:nvSpPr>
        <p:spPr>
          <a:xfrm>
            <a:off x="6454774" y="3871846"/>
            <a:ext cx="111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GOR001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87F583-F7B0-8021-531C-3CBD2ADD5B85}"/>
              </a:ext>
            </a:extLst>
          </p:cNvPr>
          <p:cNvSpPr/>
          <p:nvPr/>
        </p:nvSpPr>
        <p:spPr>
          <a:xfrm>
            <a:off x="6733962" y="3802167"/>
            <a:ext cx="69056" cy="69679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AFB1E-6A1A-1478-5E8B-63B9F5D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75" y="1802475"/>
            <a:ext cx="3559459" cy="1752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B38384-7A7D-5B4B-BCF6-52A57F449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74" y="3429000"/>
            <a:ext cx="3559459" cy="17522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4ED714-010C-E5CC-203F-0702C1F1E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74" y="5048193"/>
            <a:ext cx="3559459" cy="17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00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773E-D59C-885F-E69B-3141398C1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4AB484-F097-FE10-4636-2E0A09300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3" y="183282"/>
            <a:ext cx="3559459" cy="1752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797149-6E4D-5A3B-4ED3-9CE23DDC0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7" y="515483"/>
            <a:ext cx="7373005" cy="44238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6F5BDB-7BCD-282F-2E9E-461896F3FF73}"/>
              </a:ext>
            </a:extLst>
          </p:cNvPr>
          <p:cNvSpPr txBox="1"/>
          <p:nvPr/>
        </p:nvSpPr>
        <p:spPr>
          <a:xfrm>
            <a:off x="6051362" y="3641026"/>
            <a:ext cx="111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CSE001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7D4276-F030-13B9-0C5C-16375AA8CA40}"/>
              </a:ext>
            </a:extLst>
          </p:cNvPr>
          <p:cNvSpPr/>
          <p:nvPr/>
        </p:nvSpPr>
        <p:spPr>
          <a:xfrm>
            <a:off x="6385718" y="3608752"/>
            <a:ext cx="69056" cy="69679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3858C3-6323-412A-9BF7-60246E8A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73" y="1809807"/>
            <a:ext cx="3559458" cy="17522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752C3D-96DC-0674-4F10-838ABF545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72" y="3436331"/>
            <a:ext cx="3559459" cy="17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45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8E08799-542E-1816-5E9C-1A52BC694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083" y="3429000"/>
            <a:ext cx="5056878" cy="20032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F680D2-5C2C-0D12-EC53-9F21075AC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789" y="3429000"/>
            <a:ext cx="5056878" cy="20032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563BB8-5454-860B-9CAE-B0DC84F50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083" y="1372758"/>
            <a:ext cx="5056879" cy="20032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58FB344-0395-6780-B8DD-2B993525D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788" y="1372758"/>
            <a:ext cx="5056879" cy="20032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54F95C-C905-4256-454E-C4374A88A3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046" r="36176"/>
          <a:stretch>
            <a:fillRect/>
          </a:stretch>
        </p:blipFill>
        <p:spPr>
          <a:xfrm>
            <a:off x="0" y="1526496"/>
            <a:ext cx="2418939" cy="405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45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98D196-D64C-A22F-E78D-39EF377E2C42}"/>
              </a:ext>
            </a:extLst>
          </p:cNvPr>
          <p:cNvSpPr txBox="1"/>
          <p:nvPr/>
        </p:nvSpPr>
        <p:spPr>
          <a:xfrm>
            <a:off x="1168400" y="762865"/>
            <a:ext cx="1649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Whidbey basin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2F87F-6D2E-FADF-0032-A1EE390A9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40" y="1372758"/>
            <a:ext cx="5056879" cy="2003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1CF851-F640-C80B-8F08-7CEC2A789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008" y="1372758"/>
            <a:ext cx="5056879" cy="200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11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2D7A-2381-2623-CBCE-2018C67FA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705595-75B3-3B20-756E-E0D0035A5E12}"/>
              </a:ext>
            </a:extLst>
          </p:cNvPr>
          <p:cNvSpPr txBox="1"/>
          <p:nvPr/>
        </p:nvSpPr>
        <p:spPr>
          <a:xfrm>
            <a:off x="1168400" y="762865"/>
            <a:ext cx="133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Hood canal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BF725C-D409-CFCB-4455-651B975F2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3" y="1425717"/>
            <a:ext cx="5056880" cy="2003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04BE6C-0312-16E5-D2E5-A2B53059B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007" y="1425716"/>
            <a:ext cx="5056880" cy="200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11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BE36D5-8F70-77C6-4549-FE27C09E6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261"/>
            <a:ext cx="5843587" cy="2314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E3808-69FA-31F4-E307-E46F9AE4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397" y="1465260"/>
            <a:ext cx="5843590" cy="23149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81B98B-1094-5B7C-F242-61F37F653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80198"/>
            <a:ext cx="5843588" cy="23149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7ACFDC-8FDA-1184-7461-6E5F332F63EF}"/>
              </a:ext>
            </a:extLst>
          </p:cNvPr>
          <p:cNvSpPr txBox="1"/>
          <p:nvPr/>
        </p:nvSpPr>
        <p:spPr>
          <a:xfrm>
            <a:off x="1168400" y="762865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Basin</a:t>
            </a:r>
          </a:p>
        </p:txBody>
      </p:sp>
    </p:spTree>
    <p:extLst>
      <p:ext uri="{BB962C8B-B14F-4D97-AF65-F5344CB8AC3E}">
        <p14:creationId xmlns:p14="http://schemas.microsoft.com/office/powerpoint/2010/main" val="2810288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FB047E-040C-94E4-D66D-664DA308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3" y="1566861"/>
            <a:ext cx="5500687" cy="2179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26277-D05E-03BA-E050-08B70679B8BB}"/>
              </a:ext>
            </a:extLst>
          </p:cNvPr>
          <p:cNvSpPr txBox="1"/>
          <p:nvPr/>
        </p:nvSpPr>
        <p:spPr>
          <a:xfrm>
            <a:off x="1168400" y="762865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South Sound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5DC737-16DD-77E8-64DD-A826A853C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1566862"/>
            <a:ext cx="5500687" cy="21790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C1753C-1CC9-5443-7715-962CAE065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" y="3745958"/>
            <a:ext cx="5500688" cy="217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32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6E82D1-6B76-0C00-D310-924645820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916" y="4461252"/>
            <a:ext cx="4501146" cy="2186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1E757B-2F9C-A62C-7303-A6C241E1F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916" y="2274828"/>
            <a:ext cx="4501146" cy="2186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4F4CC9-9459-7229-5F1E-25648DD8D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916" y="132348"/>
            <a:ext cx="4501146" cy="2186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0D78DC-23F2-6882-974C-40F87D43E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3792" y="91291"/>
            <a:ext cx="4495205" cy="2183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AFB36E-B469-3AEB-5978-7A1C82F42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3792" y="2318772"/>
            <a:ext cx="4501147" cy="21864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393A1C-0407-4DA5-09BA-42C219F05E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3792" y="4461252"/>
            <a:ext cx="4495205" cy="218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83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6BEB-8F4D-9386-BB26-66CB01464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21CF6-67BF-C808-403B-5FECF1E4E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94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454D6-9A3E-6221-D73D-B700FE2F8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LiveOcean</a:t>
            </a:r>
            <a:r>
              <a:rPr lang="en-US" sz="2000" dirty="0"/>
              <a:t> salinity is biased higher than </a:t>
            </a:r>
            <a:r>
              <a:rPr lang="en-US" sz="2000" dirty="0" err="1"/>
              <a:t>SalishSeaCast</a:t>
            </a:r>
            <a:endParaRPr lang="en-US" sz="2000" dirty="0"/>
          </a:p>
          <a:p>
            <a:pPr lvl="1"/>
            <a:r>
              <a:rPr lang="en-US" sz="1600" dirty="0"/>
              <a:t>Oxygen solubility decreases as salinity increases, despite this </a:t>
            </a:r>
            <a:r>
              <a:rPr lang="en-US" sz="1600" dirty="0" err="1"/>
              <a:t>LiveOcean</a:t>
            </a:r>
            <a:r>
              <a:rPr lang="en-US" sz="1600" dirty="0"/>
              <a:t> predicts higher DO concentrations</a:t>
            </a:r>
          </a:p>
        </p:txBody>
      </p:sp>
    </p:spTree>
    <p:extLst>
      <p:ext uri="{BB962C8B-B14F-4D97-AF65-F5344CB8AC3E}">
        <p14:creationId xmlns:p14="http://schemas.microsoft.com/office/powerpoint/2010/main" val="2939716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52C8A5-8964-E30B-F8E9-315CD0450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616" y="299635"/>
            <a:ext cx="4415265" cy="21379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6E1DFB-2983-395A-BF33-FCB32DC76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942" y="4534179"/>
            <a:ext cx="4376612" cy="21192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44B7AB-540D-6905-77DD-79CBB50BA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616" y="2396261"/>
            <a:ext cx="4415265" cy="21379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D33048-C0B5-2470-505B-F6533C76D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241" y="299635"/>
            <a:ext cx="4415265" cy="21709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EE8C59-7619-F4FD-DF6A-9A26713FF5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956" y="4387440"/>
            <a:ext cx="4444224" cy="21851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16D616-876A-EDB7-BF16-1B3C51C793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8283" y="2336418"/>
            <a:ext cx="4444223" cy="21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1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10329</TotalTime>
  <Words>116</Words>
  <Application>Microsoft Office PowerPoint</Application>
  <PresentationFormat>Widescreen</PresentationFormat>
  <Paragraphs>34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 S. Bottger</dc:creator>
  <cp:lastModifiedBy>Tia S. Bottger</cp:lastModifiedBy>
  <cp:revision>9</cp:revision>
  <dcterms:created xsi:type="dcterms:W3CDTF">2026-05-29T20:11:41Z</dcterms:created>
  <dcterms:modified xsi:type="dcterms:W3CDTF">2026-06-12T23:09:57Z</dcterms:modified>
</cp:coreProperties>
</file>