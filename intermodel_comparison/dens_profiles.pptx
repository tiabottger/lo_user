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9" r:id="rId3"/>
    <p:sldId id="270" r:id="rId4"/>
    <p:sldId id="271" r:id="rId5"/>
    <p:sldId id="272" r:id="rId6"/>
    <p:sldId id="259" r:id="rId7"/>
    <p:sldId id="261" r:id="rId8"/>
    <p:sldId id="266" r:id="rId9"/>
    <p:sldId id="262" r:id="rId10"/>
    <p:sldId id="263" r:id="rId11"/>
    <p:sldId id="267" r:id="rId12"/>
    <p:sldId id="265" r:id="rId13"/>
    <p:sldId id="264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2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CE8D-1AFD-34BF-61AA-148E9F9C3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455F9-A088-1AD4-7D5A-8E3B913F6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92FAC-C345-2352-BC1F-76C8C606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9B668-9533-0C2F-D49D-E183A6B8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05930-FC3C-F2B5-55DC-1BFE985A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45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0953-BCD9-2BCE-186B-544E04BC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93AF7-95A1-E0F7-D703-D1619ED3C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1DF00-DB9D-74D6-C671-2C844287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C3926-51F8-B3B1-D4A8-0FACCF29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B3A75-1D66-F905-52AC-3EDF0FF6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72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F252-C8B1-FDFC-4F1B-C3AD4BC5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1426D-AF93-D565-06C3-5B289FF54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4649-B9AC-D582-3D57-70F52DD9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69001-084C-FBC3-11EC-571E525D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6C830-8F83-BD2D-0C7E-CB29196E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8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120A-7FD9-9571-2B56-33F163D5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D6B23-CD5C-CE01-180C-5F08FE1D1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2C98C-EC4A-6246-4B8B-A3BBB00EB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CA52E-0435-A2AF-D9A2-26918146D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4B052-0F04-E137-0885-DF42B963B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15507-EFAF-105E-873F-4F55E84A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1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76EB-A71B-04B9-1E88-0964FDF1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6C974-B3FC-7E0D-2EA8-1411E04B1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44A81-AB7F-0156-109E-62A0E7C76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3534D-F459-5503-5DC0-9C9ABB58E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82649-16A2-9D1E-619C-3AAC00EEF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7B717-AA45-560A-E6AA-984AB7B7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5EE5C-059F-90EE-8DBC-FB5A0ED8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60B13-EA7F-7C4E-78C2-9DDC271E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9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F853-6C7B-3C55-40D7-4FC9C1E1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C03A7-426C-8E66-906A-0592C550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C0F5E-0221-D7F7-8CE8-5B49CCC4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5ACE1-42FF-383A-D0AF-B3BCC2E2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2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164A1-A9F2-2F04-CA9C-BA411B067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BF114-697F-F6E7-E75B-6FE2A3B0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98C03-BF99-49E3-A47F-56932559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7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098D-367B-CBBE-8277-F8D4840C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07E2-D81B-49DB-5611-3A3FD5826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5C955-B454-0BD0-AF16-B2B0805EA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F2363-6272-056A-F79D-E48F6904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4F121-E1F8-C69E-B9E9-2501CD3D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11988-21F8-CE4F-249D-5824432E6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6301-8455-DAA5-E8CC-91ECB391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C424E-08DC-DC1E-A985-903DB745E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85C7E-9D81-BF39-1A64-F228AF674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5416D-CD01-3F1E-4178-51B5B978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B0021-2B4C-AE54-5550-6755B6CB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09798-1E32-58A9-38E4-FC03AAF5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6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4793-FDB3-5BC1-7090-91C38092D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F8E98-F021-7B47-3B49-864DE32A8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F93A5-3A6A-00DC-A33C-16B7BE312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B5B07-5321-C4DB-4123-9972C2A5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B482A-BED4-7568-D823-2AC20600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DED62-8C17-268E-3BE6-B2A31E59D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75EEA-4860-B0F9-C7C4-8975291B2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7E14D-6CE3-C8F5-7F67-7CF607CC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39116-E6E7-C866-EAC7-7E26548E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BA345-98EB-97F3-040D-0DA42E6D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0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4FD02-A198-50C7-0067-C6AF4C239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3F8B5-850E-51E0-AAE0-549F550D3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2DD57-2C56-A89E-CABD-F44D0ECEC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41E7A-D5C2-4AC6-B7D5-58B68EFAB3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4FE64-1AF5-248F-5F65-5DD2177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28A55-22D1-DFAA-2FD4-770115229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C7EE3-861B-4090-8B01-407536A7D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9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F2018D-DD6C-6A01-53B9-BB573717A5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70" r="33814"/>
          <a:stretch>
            <a:fillRect/>
          </a:stretch>
        </p:blipFill>
        <p:spPr>
          <a:xfrm>
            <a:off x="397565" y="808767"/>
            <a:ext cx="3387148" cy="546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3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C2ABFA-690E-0495-757A-0015813F1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1" y="2481215"/>
            <a:ext cx="7035501" cy="21028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A905D5-0C89-6369-B3D6-FCCA4DFDF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70" y="4584064"/>
            <a:ext cx="7078056" cy="21028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40F589-A10F-7F17-860D-4F882F14C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91" y="349480"/>
            <a:ext cx="7078057" cy="2109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CF42FD-A679-A06F-A766-6763D83DDC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02" t="5170" r="33814" b="10008"/>
          <a:stretch>
            <a:fillRect/>
          </a:stretch>
        </p:blipFill>
        <p:spPr>
          <a:xfrm>
            <a:off x="7360355" y="1180495"/>
            <a:ext cx="2665482" cy="44970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6BE162-2DD9-AA49-A90F-37C40D84EC8D}"/>
              </a:ext>
            </a:extLst>
          </p:cNvPr>
          <p:cNvCxnSpPr>
            <a:cxnSpLocks/>
          </p:cNvCxnSpPr>
          <p:nvPr/>
        </p:nvCxnSpPr>
        <p:spPr>
          <a:xfrm flipV="1">
            <a:off x="8794044" y="1387727"/>
            <a:ext cx="270934" cy="2144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720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0E58B8-95ED-8E7E-3F86-C2199D45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5" y="2394261"/>
            <a:ext cx="8064075" cy="2005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92AFC7-4514-F4AA-24E3-FE9B6779D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5" y="388389"/>
            <a:ext cx="8080995" cy="20058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DAED4D-2508-B1EB-BAA8-9E4CBF6A7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5" y="4411421"/>
            <a:ext cx="8104667" cy="20058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7F7F31-6D58-F23A-3021-308C7ED8FE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02" t="5170" r="33814" b="10008"/>
          <a:stretch>
            <a:fillRect/>
          </a:stretch>
        </p:blipFill>
        <p:spPr>
          <a:xfrm>
            <a:off x="8286044" y="1000679"/>
            <a:ext cx="2665482" cy="449700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A6ED816-010C-BF34-853B-BC3E02D2E44A}"/>
              </a:ext>
            </a:extLst>
          </p:cNvPr>
          <p:cNvCxnSpPr>
            <a:cxnSpLocks/>
          </p:cNvCxnSpPr>
          <p:nvPr/>
        </p:nvCxnSpPr>
        <p:spPr>
          <a:xfrm flipV="1">
            <a:off x="9719733" y="1806222"/>
            <a:ext cx="270934" cy="2144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37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D27BC1-E113-85F2-872B-9F04BADD0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" y="256992"/>
            <a:ext cx="7302419" cy="2176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4A85A0-00FA-FD3A-2FE5-F4151A7D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3" y="2243513"/>
            <a:ext cx="7302419" cy="2182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3C85A0-888F-A432-C0F6-740B0084C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33" y="4236043"/>
            <a:ext cx="7324431" cy="21760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01A1EA-8279-AF51-67BE-87EA61607C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02" t="5170" r="33814" b="10008"/>
          <a:stretch>
            <a:fillRect/>
          </a:stretch>
        </p:blipFill>
        <p:spPr>
          <a:xfrm>
            <a:off x="7586132" y="1180495"/>
            <a:ext cx="2665482" cy="449700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181A69-C1D1-276A-1E26-6BCD813241D5}"/>
              </a:ext>
            </a:extLst>
          </p:cNvPr>
          <p:cNvCxnSpPr>
            <a:cxnSpLocks/>
          </p:cNvCxnSpPr>
          <p:nvPr/>
        </p:nvCxnSpPr>
        <p:spPr>
          <a:xfrm flipV="1">
            <a:off x="9426221" y="2276573"/>
            <a:ext cx="270934" cy="2144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57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33A9F0-D7CB-32D5-BC50-E6004B053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58" y="2465644"/>
            <a:ext cx="3966481" cy="1926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B9636B-B134-A52B-0FBC-5F0E31E7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58" y="538933"/>
            <a:ext cx="3966482" cy="1926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D20122-D5A0-A536-3D62-A9B79541E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30" y="4392355"/>
            <a:ext cx="4067309" cy="19756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B2BFE7-0757-80ED-04A0-F767AC9F75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02" t="5170" r="33814" b="10008"/>
          <a:stretch>
            <a:fillRect/>
          </a:stretch>
        </p:blipFill>
        <p:spPr>
          <a:xfrm>
            <a:off x="4763259" y="1047145"/>
            <a:ext cx="2665482" cy="449700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63D617-F083-2AA9-3C37-4EC10BC7925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595540" y="1249876"/>
            <a:ext cx="1843360" cy="2524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BA522-2667-CAE9-BCF2-6666DA0A3C9B}"/>
              </a:ext>
            </a:extLst>
          </p:cNvPr>
          <p:cNvCxnSpPr>
            <a:cxnSpLocks/>
          </p:cNvCxnSpPr>
          <p:nvPr/>
        </p:nvCxnSpPr>
        <p:spPr>
          <a:xfrm flipV="1">
            <a:off x="4595540" y="1852821"/>
            <a:ext cx="1843360" cy="1474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786B06-3260-4D52-12AE-F57CE9AF71AD}"/>
              </a:ext>
            </a:extLst>
          </p:cNvPr>
          <p:cNvCxnSpPr>
            <a:cxnSpLocks/>
          </p:cNvCxnSpPr>
          <p:nvPr/>
        </p:nvCxnSpPr>
        <p:spPr>
          <a:xfrm flipV="1">
            <a:off x="4595540" y="2213232"/>
            <a:ext cx="2329135" cy="3087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09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A582D4-9926-177E-5BC3-DBE689FC4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13" y="271295"/>
            <a:ext cx="10462591" cy="29572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9121EF-95D0-7B80-3666-AF493031E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13" y="3392791"/>
            <a:ext cx="10495722" cy="296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4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DBC232-EF73-5A85-2532-F6F513498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69" y="3272095"/>
            <a:ext cx="10495722" cy="29666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CF0AD2-E9CB-A00C-89F7-A8A083C6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69" y="314843"/>
            <a:ext cx="10462588" cy="29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1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AA0150-2F5D-7372-B072-51DF25FD9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479592"/>
            <a:ext cx="11167486" cy="315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51D31A-135C-80B2-381D-E56F7FA58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65" y="3636084"/>
            <a:ext cx="10940527" cy="309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5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60427E-F9C2-5AB5-130D-7D5ABB475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751"/>
            <a:ext cx="12192000" cy="2017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49B1DB-88EE-4769-CBBB-0F3A524DA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14703"/>
            <a:ext cx="7035501" cy="210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3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41A537-E0D1-B002-732F-C662EBEC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3359"/>
            <a:ext cx="8530814" cy="2121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96FAF9-E4B0-6751-AB48-481E2D8D2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0415"/>
            <a:ext cx="12192000" cy="181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84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084ACC-39C9-129E-58B7-73165AA6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2177"/>
            <a:ext cx="12192000" cy="2017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82C956-3C16-9FAF-50F0-9B2D6A7F0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772"/>
            <a:ext cx="8670664" cy="25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55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4A2C84-B2A5-B856-714D-4187B7048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33" y="3394038"/>
            <a:ext cx="8702936" cy="2585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EB4D8C-CB5A-A460-6AB2-585F251B7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637"/>
            <a:ext cx="12192000" cy="201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23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316B3B-6971-9406-E039-A019826B3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0" y="953747"/>
            <a:ext cx="12058437" cy="17894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ABF78A-4534-AED3-DECD-55961DF9C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3200"/>
            <a:ext cx="8380209" cy="207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79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9B8D6D-D7A7-99C6-1084-42931495E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50" y="562663"/>
            <a:ext cx="12192000" cy="2010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7DCCC5-4EB7-8AED-EB84-A27928802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0" y="2737985"/>
            <a:ext cx="8928847" cy="265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18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8045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 S. Bottger</dc:creator>
  <cp:lastModifiedBy>Tia S. Bottger</cp:lastModifiedBy>
  <cp:revision>5</cp:revision>
  <dcterms:created xsi:type="dcterms:W3CDTF">2026-08-04T23:59:12Z</dcterms:created>
  <dcterms:modified xsi:type="dcterms:W3CDTF">2026-09-14T17:33:01Z</dcterms:modified>
</cp:coreProperties>
</file>