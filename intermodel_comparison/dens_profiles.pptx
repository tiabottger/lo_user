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7" d="100"/>
          <a:sy n="57" d="100"/>
        </p:scale>
        <p:origin x="1371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BCE8D-1AFD-34BF-61AA-148E9F9C31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D455F9-A088-1AD4-7D5A-8E3B913F6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92FAC-C345-2352-BC1F-76C8C606B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19B668-9533-0C2F-D49D-E183A6B80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05930-FC3C-F2B5-55DC-1BFE985AC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445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0953-BCD9-2BCE-186B-544E04BC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93AF7-95A1-E0F7-D703-D1619ED3C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1DF00-DB9D-74D6-C671-2C844287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C3926-51F8-B3B1-D4A8-0FACCF29A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B3A75-1D66-F905-52AC-3EDF0FF6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772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4F252-C8B1-FDFC-4F1B-C3AD4BC52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51426D-AF93-D565-06C3-5B289FF54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D4649-B9AC-D582-3D57-70F52DD98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69001-084C-FBC3-11EC-571E525D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6C830-8F83-BD2D-0C7E-CB29196E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281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120A-7FD9-9571-2B56-33F163D50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D6B23-CD5C-CE01-180C-5F08FE1D1C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2C98C-EC4A-6246-4B8B-A3BBB00EBC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CA52E-0435-A2AF-D9A2-26918146D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54B052-0F04-E137-0885-DF42B963B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F15507-EFAF-105E-873F-4F55E84AB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31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F76EB-A71B-04B9-1E88-0964FDF18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66C974-B3FC-7E0D-2EA8-1411E04B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44A81-AB7F-0156-109E-62A0E7C76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13534D-F459-5503-5DC0-9C9ABB58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82649-16A2-9D1E-619C-3AAC00EEFA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17B717-AA45-560A-E6AA-984AB7B76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B5EE5C-059F-90EE-8DBC-FB5A0ED8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60B13-EA7F-7C4E-78C2-9DDC271E8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299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7F853-6C7B-3C55-40D7-4FC9C1E1E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0C03A7-426C-8E66-906A-0592C550A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7C0F5E-0221-D7F7-8CE8-5B49CCC4B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95ACE1-42FF-383A-D0AF-B3BCC2E27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822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2164A1-A9F2-2F04-CA9C-BA411B067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BF114-697F-F6E7-E75B-6FE2A3B0C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98C03-BF99-49E3-A47F-56932559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478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C098D-367B-CBBE-8277-F8D4840C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B07E2-D81B-49DB-5611-3A3FD5826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5C955-B454-0BD0-AF16-B2B0805EAA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BF2363-6272-056A-F79D-E48F69043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24F121-E1F8-C69E-B9E9-2501CD3DC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C11988-21F8-CE4F-249D-5824432E6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122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66301-8455-DAA5-E8CC-91ECB3913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CC424E-08DC-DC1E-A985-903DB745E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A85C7E-9D81-BF39-1A64-F228AF674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C5416D-CD01-3F1E-4178-51B5B978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FB0021-2B4C-AE54-5550-6755B6CB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E09798-1E32-58A9-38E4-FC03AAF56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34793-FDB3-5BC1-7090-91C38092D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7F8E98-F021-7B47-3B49-864DE32A8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F93A5-3A6A-00DC-A33C-16B7BE312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B5B07-5321-C4DB-4123-9972C2A5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B482A-BED4-7568-D823-2AC20600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5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2DED62-8C17-268E-3BE6-B2A31E59D8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B75EEA-4860-B0F9-C7C4-8975291B2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7E14D-6CE3-C8F5-7F67-7CF607CC8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939116-E6E7-C866-EAC7-7E26548EE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BA345-98EB-97F3-040D-0DA42E6DA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0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74FD02-A198-50C7-0067-C6AF4C239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3F8B5-850E-51E0-AAE0-549F550D32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2DD57-2C56-A89E-CABD-F44D0ECEC6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41E7A-D5C2-4AC6-B7D5-58B68EFAB35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4FE64-1AF5-248F-5F65-5DD21773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28A55-22D1-DFAA-2FD4-770115229F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0C7EE3-861B-4090-8B01-407536A7D5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492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6140E2-CDD2-3AD0-C05C-5C68F78A0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11" y="795337"/>
            <a:ext cx="3981450" cy="52673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B6F63-6612-8831-A0CD-D3287CC90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152" y="757502"/>
            <a:ext cx="3981450" cy="524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244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662768-57EA-6C11-2C3C-5FD3AEBEE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152" y="946338"/>
            <a:ext cx="4000500" cy="52673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22B60F-8D63-B08F-AA30-A2C097EEC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60" y="946338"/>
            <a:ext cx="3981450" cy="526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01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0603D8-4D98-97EA-BDB7-E8F4A57BB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901" y="1354930"/>
            <a:ext cx="2838840" cy="37556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470020-BC09-7C12-D3E1-4EBD1E982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772" y="1354930"/>
            <a:ext cx="2784508" cy="3666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BA48F8-3AAA-D394-9AB3-670F6FC5D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2863" y="1354931"/>
            <a:ext cx="2784508" cy="3755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813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1</cp:revision>
  <dcterms:created xsi:type="dcterms:W3CDTF">2026-08-04T23:59:12Z</dcterms:created>
  <dcterms:modified xsi:type="dcterms:W3CDTF">2026-08-05T00:25:34Z</dcterms:modified>
</cp:coreProperties>
</file>