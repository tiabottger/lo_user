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</p:sldIdLst>
  <p:sldSz cx="6858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6247" autoAdjust="0"/>
  </p:normalViewPr>
  <p:slideViewPr>
    <p:cSldViewPr snapToGrid="0">
      <p:cViewPr>
        <p:scale>
          <a:sx n="100" d="100"/>
          <a:sy n="100" d="100"/>
        </p:scale>
        <p:origin x="1392" y="-1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122363"/>
            <a:ext cx="58293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602038"/>
            <a:ext cx="51435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67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565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709740"/>
            <a:ext cx="5915025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4589465"/>
            <a:ext cx="5915025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834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825625"/>
            <a:ext cx="29146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380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65127"/>
            <a:ext cx="59150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681163"/>
            <a:ext cx="2901255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505075"/>
            <a:ext cx="2901255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681163"/>
            <a:ext cx="2915543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505075"/>
            <a:ext cx="2915543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1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802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128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987427"/>
            <a:ext cx="3471863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5096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57200"/>
            <a:ext cx="2211884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987427"/>
            <a:ext cx="3471863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057400"/>
            <a:ext cx="2211884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010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255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65125"/>
            <a:ext cx="1478756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65125"/>
            <a:ext cx="4350544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886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65127"/>
            <a:ext cx="59150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825625"/>
            <a:ext cx="59150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C51E4E-4E89-46A5-811C-ABE8FC37155B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6356352"/>
            <a:ext cx="231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6356352"/>
            <a:ext cx="15430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1324C-818E-40AC-9E31-0B85124FA5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716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5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3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6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3C0243-1E50-A1FF-4B76-E5A6A15279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9753" y="312420"/>
            <a:ext cx="2289246" cy="11496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1886FF6-FC4B-3ED8-FD9C-E51B70C95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9000" y="312809"/>
            <a:ext cx="2289246" cy="114926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817F298-83C4-8EA9-3A5E-625B70F523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13"/>
          <a:stretch>
            <a:fillRect/>
          </a:stretch>
        </p:blipFill>
        <p:spPr>
          <a:xfrm>
            <a:off x="1139753" y="1392758"/>
            <a:ext cx="2289246" cy="10023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71A2A10-7E16-38D9-236C-C1657E2AD9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16"/>
          <a:stretch>
            <a:fillRect/>
          </a:stretch>
        </p:blipFill>
        <p:spPr>
          <a:xfrm>
            <a:off x="3429000" y="1392756"/>
            <a:ext cx="2289246" cy="99278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0B436ED-2F8D-727B-2890-8E5A89BE40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22"/>
          <a:stretch>
            <a:fillRect/>
          </a:stretch>
        </p:blipFill>
        <p:spPr>
          <a:xfrm>
            <a:off x="1139753" y="2331664"/>
            <a:ext cx="2289246" cy="975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9229FFE-583C-587F-A755-2006632B177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2"/>
          <a:stretch>
            <a:fillRect/>
          </a:stretch>
        </p:blipFill>
        <p:spPr>
          <a:xfrm>
            <a:off x="3412444" y="2326381"/>
            <a:ext cx="2289247" cy="9846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15295A-D656-6A99-B3A8-35CCD22CE7A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68"/>
          <a:stretch>
            <a:fillRect/>
          </a:stretch>
        </p:blipFill>
        <p:spPr>
          <a:xfrm>
            <a:off x="1151611" y="3247593"/>
            <a:ext cx="2289246" cy="9856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8B66A95-A7A8-7C5A-F700-CD9FF044D7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8"/>
          <a:stretch>
            <a:fillRect/>
          </a:stretch>
        </p:blipFill>
        <p:spPr>
          <a:xfrm>
            <a:off x="3424303" y="3247595"/>
            <a:ext cx="2293945" cy="98466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78C1208-FD2F-E985-BEF9-1DCAC4F1B1E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57"/>
          <a:stretch>
            <a:fillRect/>
          </a:stretch>
        </p:blipFill>
        <p:spPr>
          <a:xfrm>
            <a:off x="1168633" y="4163523"/>
            <a:ext cx="2284082" cy="98466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0CC08C7-5DC5-7694-94F1-AAA39CAFC2B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99"/>
          <a:stretch>
            <a:fillRect/>
          </a:stretch>
        </p:blipFill>
        <p:spPr>
          <a:xfrm>
            <a:off x="3429001" y="4169515"/>
            <a:ext cx="2299351" cy="98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65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605F0-91E8-4B64-2CD1-5FE89F705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AED755A-A687-651C-8346-F753AF3E68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13"/>
          <a:stretch>
            <a:fillRect/>
          </a:stretch>
        </p:blipFill>
        <p:spPr>
          <a:xfrm>
            <a:off x="1139753" y="1392758"/>
            <a:ext cx="2289246" cy="10023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AA85C66-1462-F8FB-F2E8-975215D79D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22"/>
          <a:stretch>
            <a:fillRect/>
          </a:stretch>
        </p:blipFill>
        <p:spPr>
          <a:xfrm>
            <a:off x="1139753" y="2331664"/>
            <a:ext cx="2289246" cy="97579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70853EE-2ADF-6DCF-DFA0-7A29E70EB7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322"/>
          <a:stretch>
            <a:fillRect/>
          </a:stretch>
        </p:blipFill>
        <p:spPr>
          <a:xfrm>
            <a:off x="3412444" y="2326381"/>
            <a:ext cx="2289247" cy="98466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2DFA409-D363-2D91-16F4-C150BE4B8A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268"/>
          <a:stretch>
            <a:fillRect/>
          </a:stretch>
        </p:blipFill>
        <p:spPr>
          <a:xfrm>
            <a:off x="1151611" y="3247593"/>
            <a:ext cx="2289246" cy="98561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63FA9DD-575E-0DDE-529F-044A6E6CD5E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498"/>
          <a:stretch>
            <a:fillRect/>
          </a:stretch>
        </p:blipFill>
        <p:spPr>
          <a:xfrm>
            <a:off x="3424303" y="3247595"/>
            <a:ext cx="2293945" cy="98466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A95BD2C-35C4-6DB6-644C-67F8E745CD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611" y="284740"/>
            <a:ext cx="2289248" cy="11496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28425F6-B5B4-6946-76C9-7F03A158F0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303" y="278748"/>
            <a:ext cx="2289246" cy="114926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FFE6EC-F99D-6C29-3056-BF62265DBF4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45"/>
          <a:stretch>
            <a:fillRect/>
          </a:stretch>
        </p:blipFill>
        <p:spPr>
          <a:xfrm>
            <a:off x="1145681" y="1362822"/>
            <a:ext cx="2289248" cy="99278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0BE6A0B-F7CB-222D-6CC4-625B31A8EBD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15" b="1"/>
          <a:stretch>
            <a:fillRect/>
          </a:stretch>
        </p:blipFill>
        <p:spPr>
          <a:xfrm>
            <a:off x="3431525" y="1365818"/>
            <a:ext cx="2289248" cy="9927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CC0C3B-AD85-1A25-498C-FC3D20194FF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097"/>
          <a:stretch>
            <a:fillRect/>
          </a:stretch>
        </p:blipFill>
        <p:spPr>
          <a:xfrm>
            <a:off x="1150317" y="2292864"/>
            <a:ext cx="2299351" cy="100349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9346083-5B00-D6FB-4ADC-D1AEF7E7BC4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38"/>
          <a:stretch>
            <a:fillRect/>
          </a:stretch>
        </p:blipFill>
        <p:spPr>
          <a:xfrm>
            <a:off x="3436002" y="2298055"/>
            <a:ext cx="2289247" cy="99366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E0732DB-940C-46EE-5319-CCB1E3A3754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04"/>
          <a:stretch>
            <a:fillRect/>
          </a:stretch>
        </p:blipFill>
        <p:spPr>
          <a:xfrm>
            <a:off x="1156661" y="3221862"/>
            <a:ext cx="2289248" cy="100131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93B6329-5ACA-F396-E541-9C5F81887C8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39"/>
          <a:stretch>
            <a:fillRect/>
          </a:stretch>
        </p:blipFill>
        <p:spPr>
          <a:xfrm>
            <a:off x="3428987" y="3231137"/>
            <a:ext cx="2289246" cy="99366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AD85AA2-5B7D-124C-C9AA-F67A37673244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16"/>
          <a:stretch>
            <a:fillRect/>
          </a:stretch>
        </p:blipFill>
        <p:spPr>
          <a:xfrm>
            <a:off x="1160420" y="4164192"/>
            <a:ext cx="2289248" cy="9804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554534D-E775-1534-D584-0FD6FE65A97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16"/>
          <a:stretch>
            <a:fillRect/>
          </a:stretch>
        </p:blipFill>
        <p:spPr>
          <a:xfrm>
            <a:off x="3433750" y="4150988"/>
            <a:ext cx="2293946" cy="993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402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10EB4F-6139-A54D-B0B4-0620C83C9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9732" y="992869"/>
            <a:ext cx="3890143" cy="38029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74852F-81AB-6F41-EAA9-50B51D9C8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660" y="1471613"/>
            <a:ext cx="1855369" cy="2547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957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1483</TotalTime>
  <Words>0</Words>
  <Application>Microsoft Office PowerPoint</Application>
  <PresentationFormat>Custom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 S. Bottger</dc:creator>
  <cp:lastModifiedBy>Tia S. Bottger</cp:lastModifiedBy>
  <cp:revision>2</cp:revision>
  <dcterms:created xsi:type="dcterms:W3CDTF">2026-07-30T22:30:00Z</dcterms:created>
  <dcterms:modified xsi:type="dcterms:W3CDTF">2026-08-04T21:06:50Z</dcterms:modified>
</cp:coreProperties>
</file>