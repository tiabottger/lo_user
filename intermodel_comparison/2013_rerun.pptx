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>
        <p:scale>
          <a:sx n="150" d="100"/>
          <a:sy n="150" d="100"/>
        </p:scale>
        <p:origin x="1554" y="-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67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565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3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380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80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128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09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10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255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88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51E4E-4E89-46A5-811C-ABE8FC37155B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716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3C0243-1E50-A1FF-4B76-E5A6A152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753" y="312420"/>
            <a:ext cx="2289246" cy="11496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886FF6-FC4B-3ED8-FD9C-E51B70C95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312809"/>
            <a:ext cx="2289246" cy="11492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817F298-83C4-8EA9-3A5E-625B70F523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13"/>
          <a:stretch>
            <a:fillRect/>
          </a:stretch>
        </p:blipFill>
        <p:spPr>
          <a:xfrm>
            <a:off x="1139753" y="1392758"/>
            <a:ext cx="2289246" cy="10023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1A2A10-7E16-38D9-236C-C1657E2AD9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16"/>
          <a:stretch>
            <a:fillRect/>
          </a:stretch>
        </p:blipFill>
        <p:spPr>
          <a:xfrm>
            <a:off x="3429000" y="1392756"/>
            <a:ext cx="2289246" cy="9927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B436ED-2F8D-727B-2890-8E5A89BE40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22"/>
          <a:stretch>
            <a:fillRect/>
          </a:stretch>
        </p:blipFill>
        <p:spPr>
          <a:xfrm>
            <a:off x="1139753" y="2331664"/>
            <a:ext cx="2289246" cy="975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9229FFE-583C-587F-A755-2006632B17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2"/>
          <a:stretch>
            <a:fillRect/>
          </a:stretch>
        </p:blipFill>
        <p:spPr>
          <a:xfrm>
            <a:off x="3412444" y="2326381"/>
            <a:ext cx="2289247" cy="9846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15295A-D656-6A99-B3A8-35CCD22CE7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68"/>
          <a:stretch>
            <a:fillRect/>
          </a:stretch>
        </p:blipFill>
        <p:spPr>
          <a:xfrm>
            <a:off x="1151611" y="3247593"/>
            <a:ext cx="2289246" cy="9856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8B66A95-A7A8-7C5A-F700-CD9FF044D7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8"/>
          <a:stretch>
            <a:fillRect/>
          </a:stretch>
        </p:blipFill>
        <p:spPr>
          <a:xfrm>
            <a:off x="3424303" y="3247595"/>
            <a:ext cx="2293945" cy="98466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78C1208-FD2F-E985-BEF9-1DCAC4F1B1E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57"/>
          <a:stretch>
            <a:fillRect/>
          </a:stretch>
        </p:blipFill>
        <p:spPr>
          <a:xfrm>
            <a:off x="1168633" y="4163523"/>
            <a:ext cx="2284082" cy="98466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0CC08C7-5DC5-7694-94F1-AAA39CAFC2B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99"/>
          <a:stretch>
            <a:fillRect/>
          </a:stretch>
        </p:blipFill>
        <p:spPr>
          <a:xfrm>
            <a:off x="3429001" y="4169515"/>
            <a:ext cx="2299351" cy="98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5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1</cp:revision>
  <dcterms:created xsi:type="dcterms:W3CDTF">2026-07-30T22:30:00Z</dcterms:created>
  <dcterms:modified xsi:type="dcterms:W3CDTF">2026-07-30T22:56:23Z</dcterms:modified>
</cp:coreProperties>
</file>