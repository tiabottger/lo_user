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"/>
  </p:notesMasterIdLst>
  <p:sldIdLst>
    <p:sldId id="256" r:id="rId2"/>
    <p:sldId id="260" r:id="rId3"/>
    <p:sldId id="261" r:id="rId4"/>
    <p:sldId id="257" r:id="rId5"/>
    <p:sldId id="258" r:id="rId6"/>
    <p:sldId id="259" r:id="rId7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372" autoAdjust="0"/>
  </p:normalViewPr>
  <p:slideViewPr>
    <p:cSldViewPr snapToGrid="0">
      <p:cViewPr>
        <p:scale>
          <a:sx n="125" d="100"/>
          <a:sy n="125" d="100"/>
        </p:scale>
        <p:origin x="852" y="-9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16F6E1-F59C-440D-9A29-8D76AFCD36BE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92EAA1-B298-4F6D-BA93-5E56E1E1DD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3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try fitting exponential curve and finding when reached 95% of </a:t>
            </a:r>
            <a:r>
              <a:rPr lang="en-US"/>
              <a:t>asymptotic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2EAA1-B298-4F6D-BA93-5E56E1E1DD2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88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67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565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3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380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80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128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09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10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255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88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51E4E-4E89-46A5-811C-ABE8FC37155B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716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5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image" Target="../media/image3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0.png"/><Relationship Id="rId5" Type="http://schemas.openxmlformats.org/officeDocument/2006/relationships/image" Target="../media/image7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6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3C0243-1E50-A1FF-4B76-E5A6A152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753" y="312420"/>
            <a:ext cx="2289246" cy="11496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886FF6-FC4B-3ED8-FD9C-E51B70C95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312809"/>
            <a:ext cx="2289246" cy="11492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817F298-83C4-8EA9-3A5E-625B70F523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1A2A10-7E16-38D9-236C-C1657E2AD9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6"/>
          <a:stretch>
            <a:fillRect/>
          </a:stretch>
        </p:blipFill>
        <p:spPr>
          <a:xfrm>
            <a:off x="3429000" y="1392756"/>
            <a:ext cx="2289246" cy="9927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B436ED-2F8D-727B-2890-8E5A89BE40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229FFE-583C-587F-A755-2006632B17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15295A-D656-6A99-B3A8-35CCD22CE7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8B66A95-A7A8-7C5A-F700-CD9FF044D7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78C1208-FD2F-E985-BEF9-1DCAC4F1B1E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57"/>
          <a:stretch>
            <a:fillRect/>
          </a:stretch>
        </p:blipFill>
        <p:spPr>
          <a:xfrm>
            <a:off x="1168633" y="4163523"/>
            <a:ext cx="2284082" cy="98466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0CC08C7-5DC5-7694-94F1-AAA39CAFC2B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99"/>
          <a:stretch>
            <a:fillRect/>
          </a:stretch>
        </p:blipFill>
        <p:spPr>
          <a:xfrm>
            <a:off x="3429001" y="4169515"/>
            <a:ext cx="2299351" cy="98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5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D233B-7969-D283-C945-8CA24F524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84B9245-F956-C5E5-2007-547FF1C725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0722" y="303235"/>
            <a:ext cx="2289246" cy="11492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87ADD5B-24BE-DD42-700D-F25377FD3E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198" y="312420"/>
            <a:ext cx="2289246" cy="11496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E034A1-99A2-3768-6592-86DE576DE2A4}"/>
              </a:ext>
            </a:extLst>
          </p:cNvPr>
          <p:cNvSpPr txBox="1"/>
          <p:nvPr/>
        </p:nvSpPr>
        <p:spPr>
          <a:xfrm>
            <a:off x="1321358" y="5913455"/>
            <a:ext cx="2182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Including 4 reruns of 2013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5F46909-AB7A-95DC-147B-F3EFF9123F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83"/>
          <a:stretch>
            <a:fillRect/>
          </a:stretch>
        </p:blipFill>
        <p:spPr>
          <a:xfrm>
            <a:off x="1143332" y="1397800"/>
            <a:ext cx="2293945" cy="989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C95AE27-BFE0-7911-D935-A95F8E664B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56"/>
          <a:stretch>
            <a:fillRect/>
          </a:stretch>
        </p:blipFill>
        <p:spPr>
          <a:xfrm>
            <a:off x="3419808" y="1390215"/>
            <a:ext cx="2299351" cy="9897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9DD40A-5AE0-01C6-62A0-85F65F26DA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85"/>
          <a:stretch>
            <a:fillRect/>
          </a:stretch>
        </p:blipFill>
        <p:spPr>
          <a:xfrm>
            <a:off x="1148340" y="2327737"/>
            <a:ext cx="2299351" cy="98977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EC75E43-B5FC-BFCB-4A8A-B0F344BCF6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56"/>
          <a:stretch>
            <a:fillRect/>
          </a:stretch>
        </p:blipFill>
        <p:spPr>
          <a:xfrm>
            <a:off x="3426297" y="2312135"/>
            <a:ext cx="2299351" cy="98977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314601D-EC0D-B8C4-4F24-897A2780FCE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85"/>
          <a:stretch>
            <a:fillRect/>
          </a:stretch>
        </p:blipFill>
        <p:spPr>
          <a:xfrm>
            <a:off x="1148339" y="3248478"/>
            <a:ext cx="2299351" cy="98977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5E6E139-8798-4685-3D95-7E0287D10B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95"/>
          <a:stretch>
            <a:fillRect/>
          </a:stretch>
        </p:blipFill>
        <p:spPr>
          <a:xfrm>
            <a:off x="3444928" y="3240825"/>
            <a:ext cx="2281761" cy="98977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59B5139-EB6B-B7A7-F65F-B7CCF5CD165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07"/>
          <a:stretch>
            <a:fillRect/>
          </a:stretch>
        </p:blipFill>
        <p:spPr>
          <a:xfrm>
            <a:off x="1137051" y="4177168"/>
            <a:ext cx="2289246" cy="98977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2D20DD7-878B-6435-3422-2658E8659AF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75"/>
          <a:stretch>
            <a:fillRect/>
          </a:stretch>
        </p:blipFill>
        <p:spPr>
          <a:xfrm>
            <a:off x="3419808" y="4169729"/>
            <a:ext cx="2299351" cy="989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745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9E9597-19CE-9CBB-E86D-0608A9BC17BD}"/>
                  </a:ext>
                </a:extLst>
              </p:cNvPr>
              <p:cNvSpPr txBox="1"/>
              <p:nvPr/>
            </p:nvSpPr>
            <p:spPr>
              <a:xfrm>
                <a:off x="2012182" y="980638"/>
                <a:ext cx="2343779" cy="11011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/>
                  <a:t>Percent convergence defined relative to the </a:t>
                </a:r>
              </a:p>
              <a:p>
                <a:r>
                  <a:rPr lang="en-US" sz="900" dirty="0"/>
                  <a:t>initial difference between runs:</a:t>
                </a:r>
              </a:p>
              <a:p>
                <a:endParaRPr lang="en-US" sz="900" dirty="0"/>
              </a:p>
              <a:p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1 − </m:t>
                          </m:r>
                          <m:f>
                            <m:fPr>
                              <m:ctrlPr>
                                <a:rPr lang="en-US" sz="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900" i="1">
                                  <a:latin typeface="Cambria Math" panose="02040503050406030204" pitchFamily="18" charset="0"/>
                                </a:rPr>
                                <m:t>𝑅𝑀𝑆</m:t>
                              </m:r>
                              <m:r>
                                <a:rPr lang="en-US" sz="9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𝑟𝑢𝑛</m:t>
                                  </m:r>
                                </m:e>
                                <m:sub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900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sSub>
                                <m:sSubPr>
                                  <m:ctrlP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𝑟𝑢𝑛</m:t>
                                  </m:r>
                                </m:e>
                                <m:sub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9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sz="900" i="1">
                                  <a:latin typeface="Cambria Math" panose="02040503050406030204" pitchFamily="18" charset="0"/>
                                </a:rPr>
                                <m:t>𝑅𝑀𝑆</m:t>
                              </m:r>
                              <m:r>
                                <a:rPr lang="en-US" sz="9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𝑟𝑢𝑛</m:t>
                                  </m:r>
                                </m:e>
                                <m:sub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9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𝑟𝑢𝑛</m:t>
                                  </m:r>
                                </m:e>
                                <m:sub>
                                  <m:r>
                                    <a:rPr lang="en-US" sz="9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∙100</m:t>
                      </m:r>
                    </m:oMath>
                  </m:oMathPara>
                </a14:m>
                <a:endParaRPr lang="en-US" sz="900" b="0" dirty="0">
                  <a:ea typeface="Cambria Math" panose="02040503050406030204" pitchFamily="18" charset="0"/>
                </a:endParaRPr>
              </a:p>
              <a:p>
                <a:endParaRPr lang="en-US" sz="900" b="0" dirty="0"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9E9597-19CE-9CBB-E86D-0608A9BC1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2182" y="980638"/>
                <a:ext cx="2343779" cy="11011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A086E7B2-98AA-1F22-D25E-C1B0C4E5C0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766" y="1850782"/>
            <a:ext cx="2954215" cy="17922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0590622-F44C-8BA6-B5F0-99B3812A71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585" y="1823350"/>
            <a:ext cx="3044649" cy="184707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21519C2-A8E3-6235-5E55-14D7508C6424}"/>
              </a:ext>
            </a:extLst>
          </p:cNvPr>
          <p:cNvSpPr txBox="1"/>
          <p:nvPr/>
        </p:nvSpPr>
        <p:spPr>
          <a:xfrm>
            <a:off x="2871317" y="2110153"/>
            <a:ext cx="5124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94.3%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4E1EE-8DA9-78C4-82D3-C25863656A3C}"/>
              </a:ext>
            </a:extLst>
          </p:cNvPr>
          <p:cNvSpPr txBox="1"/>
          <p:nvPr/>
        </p:nvSpPr>
        <p:spPr>
          <a:xfrm>
            <a:off x="6081764" y="2217875"/>
            <a:ext cx="5124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86.0%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BBD9CE-E3FC-3B9C-9ADE-0B8DE99AE2ED}"/>
              </a:ext>
            </a:extLst>
          </p:cNvPr>
          <p:cNvSpPr/>
          <p:nvPr/>
        </p:nvSpPr>
        <p:spPr>
          <a:xfrm>
            <a:off x="949569" y="3481754"/>
            <a:ext cx="743578" cy="55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2AFC43-F8AD-ABD2-1E63-952A4208A0E5}"/>
              </a:ext>
            </a:extLst>
          </p:cNvPr>
          <p:cNvSpPr/>
          <p:nvPr/>
        </p:nvSpPr>
        <p:spPr>
          <a:xfrm>
            <a:off x="2182167" y="3483429"/>
            <a:ext cx="743578" cy="55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225BDFD-606E-8EF3-29BB-FB8559CECADE}"/>
              </a:ext>
            </a:extLst>
          </p:cNvPr>
          <p:cNvSpPr/>
          <p:nvPr/>
        </p:nvSpPr>
        <p:spPr>
          <a:xfrm>
            <a:off x="4049484" y="3509387"/>
            <a:ext cx="743578" cy="55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559DAB4-DEE7-C85B-8AB6-D5D8BF8F179F}"/>
              </a:ext>
            </a:extLst>
          </p:cNvPr>
          <p:cNvSpPr/>
          <p:nvPr/>
        </p:nvSpPr>
        <p:spPr>
          <a:xfrm>
            <a:off x="5338186" y="3509387"/>
            <a:ext cx="743578" cy="55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425A5083-FB45-6E50-D15A-032B6FD275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4589" y="4424683"/>
            <a:ext cx="3044649" cy="184707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C1F9041-D010-5D2A-6A5C-7E164CA6F09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766" y="4424683"/>
            <a:ext cx="2954215" cy="1792209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80A9B5CC-828E-40A6-E184-13044587B7AB}"/>
              </a:ext>
            </a:extLst>
          </p:cNvPr>
          <p:cNvSpPr/>
          <p:nvPr/>
        </p:nvSpPr>
        <p:spPr>
          <a:xfrm>
            <a:off x="1026885" y="6067704"/>
            <a:ext cx="214540" cy="521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853D5AD-7764-F057-8164-D20BDC55C930}"/>
              </a:ext>
            </a:extLst>
          </p:cNvPr>
          <p:cNvSpPr/>
          <p:nvPr/>
        </p:nvSpPr>
        <p:spPr>
          <a:xfrm>
            <a:off x="1866672" y="6067703"/>
            <a:ext cx="214540" cy="521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27A2591-F886-BE87-A795-F63B4A1C20E5}"/>
              </a:ext>
            </a:extLst>
          </p:cNvPr>
          <p:cNvSpPr/>
          <p:nvPr/>
        </p:nvSpPr>
        <p:spPr>
          <a:xfrm>
            <a:off x="2706459" y="6067702"/>
            <a:ext cx="214540" cy="521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1B82824-518A-C217-0A01-78F5AD2BC4DB}"/>
              </a:ext>
            </a:extLst>
          </p:cNvPr>
          <p:cNvSpPr/>
          <p:nvPr/>
        </p:nvSpPr>
        <p:spPr>
          <a:xfrm>
            <a:off x="4084410" y="6119811"/>
            <a:ext cx="214540" cy="521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660E3C8-D35E-17EE-02C4-EFA0EFE830AB}"/>
              </a:ext>
            </a:extLst>
          </p:cNvPr>
          <p:cNvSpPr/>
          <p:nvPr/>
        </p:nvSpPr>
        <p:spPr>
          <a:xfrm>
            <a:off x="4986913" y="6121735"/>
            <a:ext cx="214540" cy="521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1C42129-3F96-54AA-C1BF-B0EA19C797CA}"/>
              </a:ext>
            </a:extLst>
          </p:cNvPr>
          <p:cNvSpPr/>
          <p:nvPr/>
        </p:nvSpPr>
        <p:spPr>
          <a:xfrm>
            <a:off x="5782146" y="6119810"/>
            <a:ext cx="214540" cy="521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96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605F0-91E8-4B64-2CD1-5FE89F70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AED755A-A687-651C-8346-F753AF3E68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A85C66-1462-F8FB-F2E8-975215D79D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0853EE-2ADF-6DCF-DFA0-7A29E70EB7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2DFA409-D363-2D91-16F4-C150BE4B8A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63FA9DD-575E-0DDE-529F-044A6E6CD5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95BD2C-35C4-6DB6-644C-67F8E745CD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611" y="284740"/>
            <a:ext cx="2289248" cy="11496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8425F6-B5B4-6946-76C9-7F03A158F0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303" y="278748"/>
            <a:ext cx="2289246" cy="11492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FFE6EC-F99D-6C29-3056-BF62265DBF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45"/>
          <a:stretch>
            <a:fillRect/>
          </a:stretch>
        </p:blipFill>
        <p:spPr>
          <a:xfrm>
            <a:off x="1145681" y="1362822"/>
            <a:ext cx="2289248" cy="9927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0BE6A0B-F7CB-222D-6CC4-625B31A8EBD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5" b="1"/>
          <a:stretch>
            <a:fillRect/>
          </a:stretch>
        </p:blipFill>
        <p:spPr>
          <a:xfrm>
            <a:off x="3431525" y="1365818"/>
            <a:ext cx="2289248" cy="9927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CC0C3B-AD85-1A25-498C-FC3D20194FF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97"/>
          <a:stretch>
            <a:fillRect/>
          </a:stretch>
        </p:blipFill>
        <p:spPr>
          <a:xfrm>
            <a:off x="1150317" y="2292864"/>
            <a:ext cx="2299351" cy="100349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9346083-5B00-D6FB-4ADC-D1AEF7E7BC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38"/>
          <a:stretch>
            <a:fillRect/>
          </a:stretch>
        </p:blipFill>
        <p:spPr>
          <a:xfrm>
            <a:off x="3436002" y="2298055"/>
            <a:ext cx="2289247" cy="9936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E0732DB-940C-46EE-5319-CCB1E3A375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4"/>
          <a:stretch>
            <a:fillRect/>
          </a:stretch>
        </p:blipFill>
        <p:spPr>
          <a:xfrm>
            <a:off x="1156661" y="3221862"/>
            <a:ext cx="2289248" cy="100131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93B6329-5ACA-F396-E541-9C5F81887C8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39"/>
          <a:stretch>
            <a:fillRect/>
          </a:stretch>
        </p:blipFill>
        <p:spPr>
          <a:xfrm>
            <a:off x="3428987" y="3231137"/>
            <a:ext cx="2289246" cy="9936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AD85AA2-5B7D-124C-C9AA-F67A3767324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16"/>
          <a:stretch>
            <a:fillRect/>
          </a:stretch>
        </p:blipFill>
        <p:spPr>
          <a:xfrm>
            <a:off x="1160420" y="4164192"/>
            <a:ext cx="2289248" cy="9804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554534D-E775-1534-D584-0FD6FE65A97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16"/>
          <a:stretch>
            <a:fillRect/>
          </a:stretch>
        </p:blipFill>
        <p:spPr>
          <a:xfrm>
            <a:off x="3433750" y="4150988"/>
            <a:ext cx="2293946" cy="99366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935B22-3489-2C66-2EE6-0EBD05A03879}"/>
              </a:ext>
            </a:extLst>
          </p:cNvPr>
          <p:cNvSpPr txBox="1"/>
          <p:nvPr/>
        </p:nvSpPr>
        <p:spPr>
          <a:xfrm>
            <a:off x="1321358" y="5913455"/>
            <a:ext cx="15392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2014 comparison</a:t>
            </a:r>
          </a:p>
        </p:txBody>
      </p:sp>
    </p:spTree>
    <p:extLst>
      <p:ext uri="{BB962C8B-B14F-4D97-AF65-F5344CB8AC3E}">
        <p14:creationId xmlns:p14="http://schemas.microsoft.com/office/powerpoint/2010/main" val="1863402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10EB4F-6139-A54D-B0B4-0620C83C9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732" y="992869"/>
            <a:ext cx="3890143" cy="38029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74852F-81AB-6F41-EAA9-50B51D9C8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60" y="1471613"/>
            <a:ext cx="1855369" cy="25479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D2200D-4AAC-0042-E53C-7C14C2C92279}"/>
              </a:ext>
            </a:extLst>
          </p:cNvPr>
          <p:cNvSpPr txBox="1"/>
          <p:nvPr/>
        </p:nvSpPr>
        <p:spPr>
          <a:xfrm>
            <a:off x="773660" y="570981"/>
            <a:ext cx="279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Extraction at bottom cell</a:t>
            </a:r>
          </a:p>
        </p:txBody>
      </p:sp>
    </p:spTree>
    <p:extLst>
      <p:ext uri="{BB962C8B-B14F-4D97-AF65-F5344CB8AC3E}">
        <p14:creationId xmlns:p14="http://schemas.microsoft.com/office/powerpoint/2010/main" val="3418957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6638A-8FD4-367B-AE01-1AA3745B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403CFE5-97BB-D655-9F6D-E7C42DB94F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60" y="1471613"/>
            <a:ext cx="1855369" cy="25479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4740269-2679-597A-9AED-85819CEED361}"/>
              </a:ext>
            </a:extLst>
          </p:cNvPr>
          <p:cNvSpPr txBox="1"/>
          <p:nvPr/>
        </p:nvSpPr>
        <p:spPr>
          <a:xfrm>
            <a:off x="773660" y="570981"/>
            <a:ext cx="279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Extraction at 100 m depth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7BAEF9-9CC8-101C-80F6-70B0E21D42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458"/>
          <a:stretch>
            <a:fillRect/>
          </a:stretch>
        </p:blipFill>
        <p:spPr>
          <a:xfrm>
            <a:off x="2629029" y="878758"/>
            <a:ext cx="4150335" cy="402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324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8785</TotalTime>
  <Words>50</Words>
  <Application>Microsoft Office PowerPoint</Application>
  <PresentationFormat>Custom</PresentationFormat>
  <Paragraphs>12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7</cp:revision>
  <dcterms:created xsi:type="dcterms:W3CDTF">2026-07-30T22:30:00Z</dcterms:created>
  <dcterms:modified xsi:type="dcterms:W3CDTF">2026-09-01T23:41:09Z</dcterms:modified>
</cp:coreProperties>
</file>