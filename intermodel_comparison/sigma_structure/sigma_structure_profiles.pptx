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2" d="100"/>
          <a:sy n="82" d="100"/>
        </p:scale>
        <p:origin x="447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6F26-AEF8-2505-9AD2-CB1F1ED9E3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C1185A-B0D9-701D-E4D9-5C8264E14C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26A9E-3375-9D43-37AF-538429F97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21E6D-CDCF-45CA-98B8-E107A28DA0AA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31774-9430-8826-3B61-E56782327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5340C-4140-2C72-8D91-7275C65BA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54C18-09C3-4AE0-807C-A9A013AE1D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321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EEB9D-CF92-2DBF-9F3E-9C73A5DAC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5FF2F-256A-CE2F-E9F1-7C273B0A9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700507-7E8E-2B57-ACEB-306560713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21E6D-CDCF-45CA-98B8-E107A28DA0AA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ED8A7-8012-B1AF-DAC0-4B7E41714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9A87C-5D79-3883-D6E6-FC1E03439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54C18-09C3-4AE0-807C-A9A013AE1D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410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B2F4D-97F0-F86D-770E-4E59B9D3F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A14591-EAED-F64B-6827-D3C92A74C0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22BDA-D2AA-2E4E-FB53-20EC31767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21E6D-CDCF-45CA-98B8-E107A28DA0AA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F7E04-CAE1-48DA-3D27-D1F084A58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C33296-90F8-647D-5B6D-7FDB9FB48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54C18-09C3-4AE0-807C-A9A013AE1D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759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BF7C5-EA14-6F35-4687-68BD44019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BC881-3805-5997-DE12-690CD126D9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2ABF6E-6150-4EE6-37E8-C0F0F882E2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AB50C2-9C5E-BFE9-9E53-7D2ACE94E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21E6D-CDCF-45CA-98B8-E107A28DA0AA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7BA387-1CC3-41E7-1965-9F7BBE499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15BA7A-91FD-6852-3DB2-B83BA148A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54C18-09C3-4AE0-807C-A9A013AE1D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572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9CA84-760F-63DE-BD53-B222EE1E6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FF3279-9BF2-A3AE-5F0F-06D6AEAAF6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94AA48-8753-275A-46AB-2215D049F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1AE736-D2FA-6DD6-1143-F2413AE436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51D371-E1F0-8CCA-B816-95EE701E47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F42D98-97EA-4BA5-F929-2856B1D8A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21E6D-CDCF-45CA-98B8-E107A28DA0AA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835659-C678-CD3E-6FC2-6E23D7FD8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2FC7F0-F62E-5D5B-AAAC-121BED263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54C18-09C3-4AE0-807C-A9A013AE1D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499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DF770-A70B-7518-8C72-FBF391234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88D684-BEEC-C020-2D92-300B6C00D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21E6D-CDCF-45CA-98B8-E107A28DA0AA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CBDCCD-3B30-2E09-43F9-460CFC4D9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283831-04D1-EDD5-6FF0-C92FD1D49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54C18-09C3-4AE0-807C-A9A013AE1D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25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22018A-DF4F-64F3-70CB-C50C20C9A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21E6D-CDCF-45CA-98B8-E107A28DA0AA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DE556C-F63A-0337-CAF8-7F9CD9C46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C818E8-9365-0F31-9B5B-5653E856F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54C18-09C3-4AE0-807C-A9A013AE1D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411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A663F-8BD2-9A62-9853-954B0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BE86C-A3FF-D7BB-E456-11963E935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24C617-629C-B228-C418-9C933256E9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205AA0-5DE1-3370-6792-58BB0F00B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21E6D-CDCF-45CA-98B8-E107A28DA0AA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2CFD7B-0529-5E16-501F-F7CA544C2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E4C28B-6C23-AD99-C88B-05AF23591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54C18-09C3-4AE0-807C-A9A013AE1D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75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BB374-E706-9AE9-C8EA-9E6C09D5E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DE645C-6810-4D47-27FD-586BAABFA5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176276-53A6-581F-59A1-2D522DFE64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2678F-ED0D-6BFA-ED1A-48C36A53A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21E6D-CDCF-45CA-98B8-E107A28DA0AA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2FBE87-F139-4F75-DD89-8EBB7A247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D00173-EE1A-08EA-5DB0-0834A52BD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54C18-09C3-4AE0-807C-A9A013AE1D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022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D8098-E98B-ECDE-BB64-DFD96CDAA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FDC6D1-9876-EF09-6656-73D32EA7AC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553E5-8666-958F-9C4F-892289FF7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21E6D-CDCF-45CA-98B8-E107A28DA0AA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6B2036-1F74-38D7-742D-0FBE453A9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75FA8-35BA-26E4-4719-371B611FC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54C18-09C3-4AE0-807C-A9A013AE1D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279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B8C0A7-5811-1F4A-8FEF-4435B9F31B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21E42F-DF28-0616-4F4D-B9E04FA1CB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AD852-72E0-700C-D457-6C9D0CC4C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21E6D-CDCF-45CA-98B8-E107A28DA0AA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79D8AF-18D6-ABC6-72D5-D10853278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7E8B86-D2D2-9C7E-49E1-9283EAFA4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54C18-09C3-4AE0-807C-A9A013AE1D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223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FF73FE-06F7-2017-7F46-094837831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9F895E-ADA9-EBE6-8848-3571CC7AC7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17EC9-DF67-C2D9-03ED-E3C91F6CFA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321E6D-CDCF-45CA-98B8-E107A28DA0AA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D43CF-8CB6-085B-5838-7EBD91F11E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5B9411-9736-2B93-B183-F77439EF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F54C18-09C3-4AE0-807C-A9A013AE1D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276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9ED08D3-FBF8-7979-B84A-B80BA18BD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5628" y="866273"/>
            <a:ext cx="2790372" cy="39373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592D3D-918E-2869-8AA0-B843E448C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2311" y="866272"/>
            <a:ext cx="2790373" cy="39373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04C3BF-0242-D0B5-5F7A-057056E57D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3292" y="866271"/>
            <a:ext cx="2790374" cy="39373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8A03919-392F-2536-0FF5-7724D03FD4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607" y="866271"/>
            <a:ext cx="2790374" cy="3937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43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6616A-1A58-5295-D8BE-E36875659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A23BBA-E799-073D-215E-06C1FE946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254" y="866271"/>
            <a:ext cx="2790374" cy="39373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672E02-0775-6906-01A8-CD14FCDDF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273" y="866271"/>
            <a:ext cx="2790374" cy="39373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F0C657F-67CE-3EE8-9C0B-2C0B82372D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937" y="869279"/>
            <a:ext cx="2790374" cy="393733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4B7BFA5-7A4B-77D5-F214-36F9600236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0956" y="866271"/>
            <a:ext cx="2790374" cy="3937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280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5761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Tia S. Bottger</dc:creator>
  <cp:lastModifiedBy>Tia S. Bottger</cp:lastModifiedBy>
  <cp:revision>2</cp:revision>
  <dcterms:created xsi:type="dcterms:W3CDTF">2026-07-02T21:35:57Z</dcterms:created>
  <dcterms:modified xsi:type="dcterms:W3CDTF">2026-07-07T18:59:25Z</dcterms:modified>
</cp:coreProperties>
</file>