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2" r:id="rId5"/>
    <p:sldId id="261" r:id="rId6"/>
    <p:sldId id="260" r:id="rId7"/>
    <p:sldId id="257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7" autoAdjust="0"/>
    <p:restoredTop sz="94660"/>
  </p:normalViewPr>
  <p:slideViewPr>
    <p:cSldViewPr snapToGrid="0">
      <p:cViewPr varScale="1">
        <p:scale>
          <a:sx n="57" d="100"/>
          <a:sy n="57" d="100"/>
        </p:scale>
        <p:origin x="159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09AB-7D3D-D016-D6B7-BA7BD667C5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E5CEC4-BD19-C65E-7D9E-BB28327142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C17A20-B4C1-8364-0516-FAF8680D7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4CD19-5E16-4ED6-8076-852E15DF68AE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7CE10F-78A1-10AA-3B84-32EE5445F3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9B6721-8B59-9E9D-A342-55AAEE8CB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751D2-0CD0-4F4F-A947-72FF2B4A0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4149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73672-1A6A-CD29-09DA-9ED0EE0E5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B835E-1D28-FFF1-0823-0CFE8E47CC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AC005-73FB-BA9C-A168-2A200024A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4CD19-5E16-4ED6-8076-852E15DF68AE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61DD28-EFED-76EF-B03C-B04E2CF8E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4CA237-0F68-27A8-300B-D582549AE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751D2-0CD0-4F4F-A947-72FF2B4A0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4110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B1295-0F9E-D4DF-C137-1E2F97F4E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2D969E-9AD4-FF98-9A05-69183A8563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542468-94D8-FE6E-1CD2-15F5AB2D4C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4CD19-5E16-4ED6-8076-852E15DF68AE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21078-213B-D1D8-BD64-33ECA740C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BB7CAE-B268-C283-B269-CC51AF242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751D2-0CD0-4F4F-A947-72FF2B4A0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5097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B20FE-D1FA-8DDD-4383-9A03BBA86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7FECB1-09EC-DFE9-E798-FC7E6AB392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55B8AF-BF6C-7EFF-80F8-1727DC41FD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85E493-E7B6-6380-9434-E8E74C2D6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4CD19-5E16-4ED6-8076-852E15DF68AE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B06D61-6C0C-F805-48A9-FD792E7B6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6DEB25-2E98-9683-90A4-C1DF4A7FA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751D2-0CD0-4F4F-A947-72FF2B4A0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3868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BA4D-A7F4-667E-EE62-6B953DCAB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31B5DC-E8B2-013F-CCFA-8972CE5621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A5BC85-8E29-99A4-91B5-2AB06E160F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6B02D8-85F8-68E3-C850-0D29A52C9D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CB8C37-8BFF-30F2-3A7C-7833ECA8B8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DF68F1B-F0A2-40FD-8C01-5FD606772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4CD19-5E16-4ED6-8076-852E15DF68AE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55385DA-0030-1DD1-FF86-8996FCD7E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75BD19-7228-8513-B1C5-7B6A2F703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751D2-0CD0-4F4F-A947-72FF2B4A0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3824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1AFDD-0E3A-21A4-C9DE-8C008487F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BA1E278-BE93-2D0B-5F26-81DA00C8C8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4CD19-5E16-4ED6-8076-852E15DF68AE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BDD0FF-3206-58A8-912C-EB6E9DE8F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82BD4B-8451-1FFB-8A27-8580B5D6A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751D2-0CD0-4F4F-A947-72FF2B4A0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8724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C280EA-CF18-D67B-F090-CF908EEBA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4CD19-5E16-4ED6-8076-852E15DF68AE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F24A55-1C38-67B9-4397-63445A1E8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E27910-2EE3-5BB5-699D-5BF104DF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751D2-0CD0-4F4F-A947-72FF2B4A0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0092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F9AB8-883B-B86E-E910-8BEC250195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49749C-5D5B-ADE0-00FD-A82692A5F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E82FF2-1BF0-D86D-8C66-7D0F1C8CDD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A14EE8-9631-78D7-63A0-BC05F3F9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4CD19-5E16-4ED6-8076-852E15DF68AE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0729D-91B4-997B-BFB6-82953B6FF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004141-C5B0-2D27-6822-699376751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751D2-0CD0-4F4F-A947-72FF2B4A0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7333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33226-37A6-AC02-2F2F-E1FB2A67C8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3B9C5C-2ED7-5A47-5725-FA45412B73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06F02C-EC34-AB8A-7E8E-5476C82B84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04231F-BAFC-EC0C-5BE8-502D3DF21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4CD19-5E16-4ED6-8076-852E15DF68AE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07136-F975-2D08-762F-146E258B9F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824CB6-F937-801D-1698-17FF343F9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751D2-0CD0-4F4F-A947-72FF2B4A0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416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8B498-DE1B-DF32-2ACF-A3DFE7795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550977-BDDD-9513-2149-E1EF921B6A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7A444E-1F01-DC22-3DD0-043A706C3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4CD19-5E16-4ED6-8076-852E15DF68AE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969E43-9C37-DDB1-E6D2-38AA86399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2D26E1-D391-D455-41E8-C7562F115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751D2-0CD0-4F4F-A947-72FF2B4A0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0760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DAC9C7F-7ED1-54D2-CEEB-EA762A8AFD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BFAD25-B04F-700B-B1A2-7A5954053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19D14B-858B-A301-A74D-CE8AC72243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4CD19-5E16-4ED6-8076-852E15DF68AE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026BAA-67C0-7E3F-2946-20632E90C9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7EB7C7-497A-B909-0EC3-5E18EEE12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751D2-0CD0-4F4F-A947-72FF2B4A0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041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0D64ED-9A15-4347-17B6-3A938EBFF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0152BC-8963-1D8F-DCA8-9218494CA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CA6D42-5D06-9C86-25EA-A5BF67188B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94CD19-5E16-4ED6-8076-852E15DF68AE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52FD04-8BE7-6D12-627F-376E3B401F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D64698-D406-72D0-1B47-B3B036D92C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D751D2-0CD0-4F4F-A947-72FF2B4A0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679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A22F986-4D44-3509-D7E8-1C412DD036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67"/>
          <a:stretch>
            <a:fillRect/>
          </a:stretch>
        </p:blipFill>
        <p:spPr>
          <a:xfrm>
            <a:off x="5874367" y="931648"/>
            <a:ext cx="5133476" cy="28916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80E059C-6923-E42D-45DB-F6A47F22A0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42"/>
          <a:stretch>
            <a:fillRect/>
          </a:stretch>
        </p:blipFill>
        <p:spPr>
          <a:xfrm>
            <a:off x="6178402" y="3823281"/>
            <a:ext cx="4829441" cy="289163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DCB078F-E78F-A6DB-D3E4-13B07F22C3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364" y="1985998"/>
            <a:ext cx="5157426" cy="312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5067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F1C26-1E03-5F36-394B-BB5E8DF62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8D3F664-0089-D64B-CBC9-B47FCCAAFD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340" y="1992054"/>
            <a:ext cx="4748169" cy="287389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466D8DD-E56F-4CBF-7E57-46BE815F9E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61"/>
          <a:stretch>
            <a:fillRect/>
          </a:stretch>
        </p:blipFill>
        <p:spPr>
          <a:xfrm>
            <a:off x="5642995" y="3605169"/>
            <a:ext cx="4748169" cy="283627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A615072-ECEE-196A-8211-F27F02CFFC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39"/>
          <a:stretch>
            <a:fillRect/>
          </a:stretch>
        </p:blipFill>
        <p:spPr>
          <a:xfrm>
            <a:off x="5346619" y="636515"/>
            <a:ext cx="5044545" cy="2836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4711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132E3F9-F384-3E46-BD40-74B4321024AF}"/>
              </a:ext>
            </a:extLst>
          </p:cNvPr>
          <p:cNvSpPr txBox="1"/>
          <p:nvPr/>
        </p:nvSpPr>
        <p:spPr>
          <a:xfrm>
            <a:off x="8034163" y="799888"/>
            <a:ext cx="37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Spring tide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6661623-504D-45F6-E5BA-5F4E8B7932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332"/>
          <a:stretch>
            <a:fillRect/>
          </a:stretch>
        </p:blipFill>
        <p:spPr>
          <a:xfrm>
            <a:off x="698615" y="3963265"/>
            <a:ext cx="4756843" cy="270942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31008A9-C49D-9543-F16B-CAA644E2FFD7}"/>
              </a:ext>
            </a:extLst>
          </p:cNvPr>
          <p:cNvSpPr txBox="1"/>
          <p:nvPr/>
        </p:nvSpPr>
        <p:spPr>
          <a:xfrm>
            <a:off x="2719431" y="799888"/>
            <a:ext cx="37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Neap tide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E3A1356-BA69-31F0-1696-DEB45AF4D2A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614"/>
          <a:stretch>
            <a:fillRect/>
          </a:stretch>
        </p:blipFill>
        <p:spPr>
          <a:xfrm>
            <a:off x="6171499" y="4004454"/>
            <a:ext cx="4756843" cy="270125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F278AD4D-251D-2BA0-07C4-1425DCE7E4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615" y="1128031"/>
            <a:ext cx="4684298" cy="283523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3138BA41-5D0A-091F-FE15-9E0AED385E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7771" y="1169220"/>
            <a:ext cx="4684301" cy="2835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273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DF213-BAB1-F6E4-0716-C7EA6BD7C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DA180EA-1E51-2F6D-F267-7009254585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332"/>
          <a:stretch>
            <a:fillRect/>
          </a:stretch>
        </p:blipFill>
        <p:spPr>
          <a:xfrm>
            <a:off x="6013234" y="1227727"/>
            <a:ext cx="4699975" cy="267703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5254959-0B54-7F16-C5A7-D35D84F736CB}"/>
              </a:ext>
            </a:extLst>
          </p:cNvPr>
          <p:cNvSpPr txBox="1"/>
          <p:nvPr/>
        </p:nvSpPr>
        <p:spPr>
          <a:xfrm>
            <a:off x="3054990" y="2117809"/>
            <a:ext cx="37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Neap tide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0450AA6A-6168-A30D-92C0-B498FC479D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676" y="2487141"/>
            <a:ext cx="4684298" cy="283523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DD52BFC-30C6-2F96-5869-B4DD3D1BBAD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583"/>
          <a:stretch>
            <a:fillRect/>
          </a:stretch>
        </p:blipFill>
        <p:spPr>
          <a:xfrm>
            <a:off x="6249798" y="4098957"/>
            <a:ext cx="4463411" cy="2677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8279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F4391-C2A1-5C20-0D43-BC8914409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B5E3B79-BC0F-8A11-F239-B5DC969755E7}"/>
              </a:ext>
            </a:extLst>
          </p:cNvPr>
          <p:cNvSpPr txBox="1"/>
          <p:nvPr/>
        </p:nvSpPr>
        <p:spPr>
          <a:xfrm>
            <a:off x="2950435" y="1764622"/>
            <a:ext cx="37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Spring tide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2675BFD-A717-E45F-592E-3D48343F33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614"/>
          <a:stretch>
            <a:fillRect/>
          </a:stretch>
        </p:blipFill>
        <p:spPr>
          <a:xfrm>
            <a:off x="5760438" y="1052501"/>
            <a:ext cx="4756843" cy="270125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A39EBF65-000D-5319-BEE7-B1B58B64C9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419" y="2133954"/>
            <a:ext cx="4684301" cy="2835234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CF82BD4F-684F-7FC0-77DA-7C8728EB5A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3873" y="3753755"/>
            <a:ext cx="4513408" cy="2897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0363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ACD0C203-9844-7AB1-A78D-4AAAD02A7C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457" y="1691314"/>
            <a:ext cx="5050785" cy="3071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1139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D0B387F-7C27-0F2C-E16E-E6BA9A5BB0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017" y="2470093"/>
            <a:ext cx="5148082" cy="41422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02C3134-E033-38DA-B789-196269901D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1586" y="2470093"/>
            <a:ext cx="5148082" cy="414224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C490340-C311-8AA5-0B76-79BC03675A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2840" y="198370"/>
            <a:ext cx="6895772" cy="195573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69D35B46-5F44-5A36-A390-AAC42007CE91}"/>
              </a:ext>
            </a:extLst>
          </p:cNvPr>
          <p:cNvSpPr txBox="1"/>
          <p:nvPr/>
        </p:nvSpPr>
        <p:spPr>
          <a:xfrm>
            <a:off x="7591136" y="2154103"/>
            <a:ext cx="2007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2 layer transport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494DE04-B50D-38E6-7F92-7FE4EC23E415}"/>
              </a:ext>
            </a:extLst>
          </p:cNvPr>
          <p:cNvSpPr txBox="1"/>
          <p:nvPr/>
        </p:nvSpPr>
        <p:spPr>
          <a:xfrm>
            <a:off x="2386854" y="2185851"/>
            <a:ext cx="2474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Multi-layer transport </a:t>
            </a:r>
          </a:p>
        </p:txBody>
      </p:sp>
    </p:spTree>
    <p:extLst>
      <p:ext uri="{BB962C8B-B14F-4D97-AF65-F5344CB8AC3E}">
        <p14:creationId xmlns:p14="http://schemas.microsoft.com/office/powerpoint/2010/main" val="26196513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2972</TotalTime>
  <Words>13</Words>
  <Application>Microsoft Office PowerPoint</Application>
  <PresentationFormat>Widescreen</PresentationFormat>
  <Paragraphs>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Tia S. Bottger</dc:creator>
  <cp:lastModifiedBy>Tia S. Bottger</cp:lastModifiedBy>
  <cp:revision>4</cp:revision>
  <dcterms:created xsi:type="dcterms:W3CDTF">2026-05-01T22:36:05Z</dcterms:created>
  <dcterms:modified xsi:type="dcterms:W3CDTF">2026-05-06T21:09:08Z</dcterms:modified>
</cp:coreProperties>
</file>