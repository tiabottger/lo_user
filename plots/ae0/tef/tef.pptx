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59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09AB-7D3D-D016-D6B7-BA7BD667C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5CEC4-BD19-C65E-7D9E-BB2832714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17A20-B4C1-8364-0516-FAF8680D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CE10F-78A1-10AA-3B84-32EE5445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B6721-8B59-9E9D-A342-55AAEE8CB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1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3672-1A6A-CD29-09DA-9ED0EE0E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B835E-1D28-FFF1-0823-0CFE8E47C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AC005-73FB-BA9C-A168-2A200024A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DD28-EFED-76EF-B03C-B04E2CF8E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CA237-0F68-27A8-300B-D582549A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11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B1295-0F9E-D4DF-C137-1E2F97F4E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D969E-9AD4-FF98-9A05-69183A856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42468-94D8-FE6E-1CD2-15F5AB2D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21078-213B-D1D8-BD64-33ECA740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B7CAE-B268-C283-B269-CC51AF24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0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20FE-D1FA-8DDD-4383-9A03BBA8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FECB1-09EC-DFE9-E798-FC7E6AB39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5B8AF-BF6C-7EFF-80F8-1727DC41F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5E493-E7B6-6380-9434-E8E74C2D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06D61-6C0C-F805-48A9-FD792E7B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DEB25-2E98-9683-90A4-C1DF4A7F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68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BA4D-A7F4-667E-EE62-6B953DCAB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1B5DC-E8B2-013F-CCFA-8972CE562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5BC85-8E29-99A4-91B5-2AB06E160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6B02D8-85F8-68E3-C850-0D29A52C9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CB8C37-8BFF-30F2-3A7C-7833ECA8B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68F1B-F0A2-40FD-8C01-5FD606772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385DA-0030-1DD1-FF86-8996FCD7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75BD19-7228-8513-B1C5-7B6A2F70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8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AFDD-0E3A-21A4-C9DE-8C008487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A1E278-BE93-2D0B-5F26-81DA00C8C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DD0FF-3206-58A8-912C-EB6E9DE8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2BD4B-8451-1FFB-8A27-8580B5D6A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7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C280EA-CF18-D67B-F090-CF908EE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24A55-1C38-67B9-4397-63445A1E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27910-2EE3-5BB5-699D-5BF104DF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09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9AB8-883B-B86E-E910-8BEC25019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9749C-5D5B-ADE0-00FD-A82692A5F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82FF2-1BF0-D86D-8C66-7D0F1C8CD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14EE8-9631-78D7-63A0-BC05F3F9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0729D-91B4-997B-BFB6-82953B6F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04141-C5B0-2D27-6822-69937675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3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3226-37A6-AC02-2F2F-E1FB2A67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3B9C5C-2ED7-5A47-5725-FA45412B7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6F02C-EC34-AB8A-7E8E-5476C82B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4231F-BAFC-EC0C-5BE8-502D3DF2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07136-F975-2D08-762F-146E258B9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24CB6-F937-801D-1698-17FF343F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1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B498-DE1B-DF32-2ACF-A3DFE779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50977-BDDD-9513-2149-E1EF921B6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A444E-1F01-DC22-3DD0-043A706C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69E43-9C37-DDB1-E6D2-38AA8639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D26E1-D391-D455-41E8-C7562F11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76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AC9C7F-7ED1-54D2-CEEB-EA762A8AF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FAD25-B04F-700B-B1A2-7A5954053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9D14B-858B-A301-A74D-CE8AC722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26BAA-67C0-7E3F-2946-20632E90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EB7C7-497A-B909-0EC3-5E18EEE1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41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0D64ED-9A15-4347-17B6-3A938EBF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152BC-8963-1D8F-DCA8-9218494CA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A6D42-5D06-9C86-25EA-A5BF67188B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4CD19-5E16-4ED6-8076-852E15DF68AE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2FD04-8BE7-6D12-627F-376E3B401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64698-D406-72D0-1B47-B3B036D92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751D2-0CD0-4F4F-A947-72FF2B4A0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7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9CB753-CE7E-7E72-B142-AA610AFFF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27" y="694125"/>
            <a:ext cx="4834633" cy="2886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1AECF8-6C61-25EC-2199-69D1FF0FB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27" y="3580142"/>
            <a:ext cx="4834634" cy="29262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58E8BD-041A-C1D5-B18A-9EA92C7AB4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805" y="3638865"/>
            <a:ext cx="4580180" cy="292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0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F1C26-1E03-5F36-394B-BB5E8DF6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5A286A-8C38-4FF0-FD26-806313E02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4" y="2155063"/>
            <a:ext cx="4834633" cy="2886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F4BA9E-C01F-429E-BD02-ED85DE74E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375" y="2114854"/>
            <a:ext cx="4834634" cy="292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47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0B387F-7C27-0F2C-E16E-E6BA9A5BB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17" y="2470093"/>
            <a:ext cx="5148082" cy="4142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2C3134-E033-38DA-B789-196269901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586" y="2470093"/>
            <a:ext cx="5148082" cy="4142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490340-C311-8AA5-0B76-79BC03675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2840" y="198370"/>
            <a:ext cx="6895772" cy="19557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9D35B46-5F44-5A36-A390-AAC42007CE91}"/>
              </a:ext>
            </a:extLst>
          </p:cNvPr>
          <p:cNvSpPr txBox="1"/>
          <p:nvPr/>
        </p:nvSpPr>
        <p:spPr>
          <a:xfrm>
            <a:off x="7591136" y="2154103"/>
            <a:ext cx="2007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 layer transport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94DE04-B50D-38E6-7F92-7FE4EC23E415}"/>
              </a:ext>
            </a:extLst>
          </p:cNvPr>
          <p:cNvSpPr txBox="1"/>
          <p:nvPr/>
        </p:nvSpPr>
        <p:spPr>
          <a:xfrm>
            <a:off x="2386854" y="2185851"/>
            <a:ext cx="247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Multi-layer transport </a:t>
            </a:r>
          </a:p>
        </p:txBody>
      </p:sp>
    </p:spTree>
    <p:extLst>
      <p:ext uri="{BB962C8B-B14F-4D97-AF65-F5344CB8AC3E}">
        <p14:creationId xmlns:p14="http://schemas.microsoft.com/office/powerpoint/2010/main" val="2619651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5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 S. Bottger</dc:creator>
  <cp:lastModifiedBy>Tia S. Bottger</cp:lastModifiedBy>
  <cp:revision>3</cp:revision>
  <dcterms:created xsi:type="dcterms:W3CDTF">2026-05-01T22:36:05Z</dcterms:created>
  <dcterms:modified xsi:type="dcterms:W3CDTF">2026-05-04T22:45:57Z</dcterms:modified>
</cp:coreProperties>
</file>