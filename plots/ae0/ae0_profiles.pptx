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1834C-2E1E-C494-9130-DAB8B3D4F5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CD71FC-DC5C-8D99-77ED-96460D013C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264BD-5175-8E6E-6A5F-8E7127DFC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0E479-7602-4B1D-9C35-5DE4BE6BA11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55C6A-DCDF-69A4-D476-980739103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BF9C3-287E-EDFF-4396-2057E727F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91B3-5A8D-44DE-902F-9051527A0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35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93296-31DB-D050-3EB8-F2F9CD10D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18CA5-6F69-6B48-37AF-D10BF083F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9879D-ADDD-A534-D723-EA944CBED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0E479-7602-4B1D-9C35-5DE4BE6BA11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B0E1C-DD75-5B7A-C956-0E37FA7B6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3A589-AF3E-17EE-458D-A96132F82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91B3-5A8D-44DE-902F-9051527A0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966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39C82-AFAD-6254-DB10-D694DCEB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74703A-4BC4-6526-9C66-5E7E13B56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47476-376B-46A9-C184-E5F7E7574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0E479-7602-4B1D-9C35-5DE4BE6BA11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5EAE5-F8AE-87FE-2613-B5ACB42E1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E4A9A-3625-C867-17D9-7562B460D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91B3-5A8D-44DE-902F-9051527A0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4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85C14-FB5C-67DD-ED6F-6A8CFC49C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879BE-4279-AAC4-58DD-4D9894CF01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E5A38-3420-DC1B-C649-190705BBE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06285-43AB-A986-0E31-3A1990BCF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0E479-7602-4B1D-9C35-5DE4BE6BA11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DF6E7F-C8B3-B8AE-C6A9-94FD6E8BF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AF076F-0847-746E-CA18-227CA5877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91B3-5A8D-44DE-902F-9051527A0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841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A7CC2-7978-9710-15A6-FA6D6BA76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FE6E1-5C8D-FAB3-2AD2-057926FF9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2B9C26-5967-F78D-7842-A1EF763927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FFC38B-0D8D-4147-671C-23C591E2FE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E4A291-01D6-A01A-9E46-571BCAB832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C70F16-B1F8-0D8F-2F23-AF04CEEDF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0E479-7602-4B1D-9C35-5DE4BE6BA11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758694-01E2-3923-7F5E-B1D5BBC5B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8F505F-EF4E-551F-40C8-C6938DC3F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91B3-5A8D-44DE-902F-9051527A0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004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822D1-E6E1-D068-E25C-8361D4AD3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54FA1-7D3E-F2C3-C9CC-D9F618110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0E479-7602-4B1D-9C35-5DE4BE6BA11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5B93D1-CD8C-B4C4-F3CF-4AB13C886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25EAAC-E956-5FEA-4E02-30FD16457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91B3-5A8D-44DE-902F-9051527A0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997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BFC278-BE19-B5DA-3476-F3EF8EFD7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0E479-7602-4B1D-9C35-5DE4BE6BA11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B276F7-FAE6-4E2A-215D-9E8E57215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1ADCE-FD00-3224-D2EA-5851DE37E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91B3-5A8D-44DE-902F-9051527A0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237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F5B38-6960-FED2-F140-0585C01D8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E4DC3-352D-871C-C9E3-7ED09E282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50B322-1EC5-C8CC-BC33-00A902EA1C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2E5161-A42A-D2FC-D3B1-FE9F334CD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0E479-7602-4B1D-9C35-5DE4BE6BA11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AD3BB-C488-1C58-E240-99287232B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992560-0AC1-25F6-BF56-F9461843E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91B3-5A8D-44DE-902F-9051527A0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609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6DB5-B9FA-797C-C76A-1C69D82DF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2A5211-056B-660D-B8B2-4F2FC793D1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AF8D2B-75CF-92D6-04A2-FE93E88FFB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8CB4DE-3D54-7929-C6B2-9A80C2BDB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0E479-7602-4B1D-9C35-5DE4BE6BA11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AD355C-143B-B173-E752-76F9EAF40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71D50-C816-C046-176A-D5308C3E8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91B3-5A8D-44DE-902F-9051527A0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498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4DE15-90D5-6E05-C1F4-33B1A2DF4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1B41F1-875B-A71D-C0EB-C837E830DB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382E6-8A1E-F7BB-23C4-A02135454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0E479-7602-4B1D-9C35-5DE4BE6BA11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2BC16-5AE2-24E3-30B3-CF0E98A7D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9C42D-1961-4101-335D-045506AAB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91B3-5A8D-44DE-902F-9051527A0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884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8C08F5-CD6E-566D-1FBF-A1E1629558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01582-AD2D-27D1-3846-3FEF8A6B93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9E584-BAE4-EF67-DF33-429A9FE8F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0E479-7602-4B1D-9C35-5DE4BE6BA11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F56D6-8EBA-F908-49BB-DDB8F962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C630A-22F5-10E5-97A7-F25258F01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91B3-5A8D-44DE-902F-9051527A0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31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6741FA-AE3C-6B56-EAB4-0D70043FC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120D4-BA14-657E-AD32-022F5FA9A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75536-26C8-1341-8A6F-CB9234E076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00E479-7602-4B1D-9C35-5DE4BE6BA11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6A8F0-B0F3-4158-7C94-AFBB7F732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87A9F-B36A-551F-CE73-896CC85C18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2491B3-5A8D-44DE-902F-9051527A0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808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1D8D3DF2-EE34-8E97-365E-A064A3D88B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6209" y="3350856"/>
            <a:ext cx="2499297" cy="308114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7A97FDB-E85E-0FF8-6110-1A4AD30A4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6209" y="91228"/>
            <a:ext cx="2499297" cy="308114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7C5FD87-EA3C-837B-5CEC-DAEF094A7E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6359" y="3350856"/>
            <a:ext cx="2450810" cy="308114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81D6BED-8468-FD1A-B777-C26E9D9D96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26" y="589198"/>
            <a:ext cx="2071383" cy="206359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EC050D4-990D-B297-C053-30A24DA9B0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26" y="3859630"/>
            <a:ext cx="2071383" cy="206359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BD58738-7FFD-4398-AA98-6745A02D44F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6359" y="91228"/>
            <a:ext cx="2490481" cy="308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412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ACF08-7B1C-C4AA-FAEF-57A0871D8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69F3B28E-19B2-4E1D-EE63-168D2AB5B3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26" y="589198"/>
            <a:ext cx="2071383" cy="206359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6D8FDE9-AD2A-9373-A4DF-795C1B2047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26" y="3859630"/>
            <a:ext cx="2071383" cy="20635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0D3824-7120-EBA0-6592-D9AC13CE32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6209" y="182319"/>
            <a:ext cx="2499297" cy="30811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4A28C1-216D-5727-2C63-920EF2E512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507" y="182320"/>
            <a:ext cx="2490480" cy="30811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15B00D-9B65-0D3C-03C1-B02649F632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6209" y="3350855"/>
            <a:ext cx="2499298" cy="30811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F9CD4C-469B-72BB-4A05-EC29FC9E43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506" y="3350855"/>
            <a:ext cx="2499298" cy="30920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CEB84AB-0A79-8A39-9FF1-BAB298809325}"/>
              </a:ext>
            </a:extLst>
          </p:cNvPr>
          <p:cNvSpPr txBox="1"/>
          <p:nvPr/>
        </p:nvSpPr>
        <p:spPr>
          <a:xfrm>
            <a:off x="5270939" y="55996"/>
            <a:ext cx="13032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Linear drag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0D9FA8-21A2-B85A-F7A8-67F357EE4DD2}"/>
              </a:ext>
            </a:extLst>
          </p:cNvPr>
          <p:cNvSpPr txBox="1"/>
          <p:nvPr/>
        </p:nvSpPr>
        <p:spPr>
          <a:xfrm>
            <a:off x="5270939" y="3235439"/>
            <a:ext cx="13032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Linear drag</a:t>
            </a:r>
          </a:p>
        </p:txBody>
      </p:sp>
    </p:spTree>
    <p:extLst>
      <p:ext uri="{BB962C8B-B14F-4D97-AF65-F5344CB8AC3E}">
        <p14:creationId xmlns:p14="http://schemas.microsoft.com/office/powerpoint/2010/main" val="2385601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694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5809</TotalTime>
  <Words>4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 S. Bottger</dc:creator>
  <cp:lastModifiedBy>Tia S. Bottger</cp:lastModifiedBy>
  <cp:revision>4</cp:revision>
  <dcterms:created xsi:type="dcterms:W3CDTF">2026-04-16T17:03:08Z</dcterms:created>
  <dcterms:modified xsi:type="dcterms:W3CDTF">2026-04-20T23:53:11Z</dcterms:modified>
</cp:coreProperties>
</file>